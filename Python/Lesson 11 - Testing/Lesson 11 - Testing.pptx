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3" r:id="rId1"/>
  </p:sldMasterIdLst>
  <p:notesMasterIdLst>
    <p:notesMasterId r:id="rId24"/>
  </p:notesMasterIdLst>
  <p:sldIdLst>
    <p:sldId id="321" r:id="rId2"/>
    <p:sldId id="322" r:id="rId3"/>
    <p:sldId id="323" r:id="rId4"/>
    <p:sldId id="324" r:id="rId5"/>
    <p:sldId id="325" r:id="rId6"/>
    <p:sldId id="326" r:id="rId7"/>
    <p:sldId id="328" r:id="rId8"/>
    <p:sldId id="335" r:id="rId9"/>
    <p:sldId id="336" r:id="rId10"/>
    <p:sldId id="327" r:id="rId11"/>
    <p:sldId id="337" r:id="rId12"/>
    <p:sldId id="338" r:id="rId13"/>
    <p:sldId id="339" r:id="rId14"/>
    <p:sldId id="342" r:id="rId15"/>
    <p:sldId id="331" r:id="rId16"/>
    <p:sldId id="341" r:id="rId17"/>
    <p:sldId id="340" r:id="rId18"/>
    <p:sldId id="333" r:id="rId19"/>
    <p:sldId id="329" r:id="rId20"/>
    <p:sldId id="330" r:id="rId21"/>
    <p:sldId id="332" r:id="rId22"/>
    <p:sldId id="313" r:id="rId2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0BDE71D-A5DA-4731-8206-4FC7E790C503}">
  <a:tblStyle styleId="{20BDE71D-A5DA-4731-8206-4FC7E790C503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9EC"/>
          </a:solidFill>
        </a:fill>
      </a:tcStyle>
    </a:wholeTbl>
    <a:band1H>
      <a:tcTxStyle/>
      <a:tcStyle>
        <a:tcBdr/>
        <a:fill>
          <a:solidFill>
            <a:srgbClr val="CAD1D8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D1D8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AA323327-17F7-4230-B99A-3A7D3BBB913F}" styleName="Table_1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6E6"/>
          </a:solidFill>
        </a:fill>
      </a:tcStyle>
    </a:wholeTbl>
    <a:band1H>
      <a:tcTxStyle/>
      <a:tcStyle>
        <a:tcBdr/>
        <a:fill>
          <a:solidFill>
            <a:srgbClr val="CACAC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CAC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dk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dk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30" autoAdjust="0"/>
    <p:restoredTop sz="88629" autoAdjust="0"/>
  </p:normalViewPr>
  <p:slideViewPr>
    <p:cSldViewPr snapToGrid="0">
      <p:cViewPr varScale="1">
        <p:scale>
          <a:sx n="169" d="100"/>
          <a:sy n="169" d="100"/>
        </p:scale>
        <p:origin x="92" y="2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would you write “given, when, then” for the code on the right?</a:t>
            </a:r>
          </a:p>
        </p:txBody>
      </p:sp>
    </p:spTree>
    <p:extLst>
      <p:ext uri="{BB962C8B-B14F-4D97-AF65-F5344CB8AC3E}">
        <p14:creationId xmlns:p14="http://schemas.microsoft.com/office/powerpoint/2010/main" val="25912448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Line 36 of inventory.py might be "covered" but you need to be careful about the 'or' statement</a:t>
            </a:r>
          </a:p>
        </p:txBody>
      </p:sp>
    </p:spTree>
    <p:extLst>
      <p:ext uri="{BB962C8B-B14F-4D97-AF65-F5344CB8AC3E}">
        <p14:creationId xmlns:p14="http://schemas.microsoft.com/office/powerpoint/2010/main" val="27762451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39F9F092-1A2E-3BC5-0D99-EE4B132543F8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7A3E0868-4E26-4CDC-8A56-D70E2D8B12FE}" type="datetime3">
              <a:rPr lang="en-US" smtClean="0"/>
              <a:t>16 June 2026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4D3DAC6A-DFDF-B313-4DB4-FA56B489F422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FC933DC4-3663-15AC-8A64-D7573EE2EC9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10766" y="3850148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2" name="Text Placeholder 30">
            <a:extLst>
              <a:ext uri="{FF2B5EF4-FFF2-40B4-BE49-F238E27FC236}">
                <a16:creationId xmlns:a16="http://schemas.microsoft.com/office/drawing/2014/main" id="{1FE393D1-D968-8D71-45F7-5B4A7CEF5CF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10766" y="3714554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3" name="Text Placeholder 30">
            <a:extLst>
              <a:ext uri="{FF2B5EF4-FFF2-40B4-BE49-F238E27FC236}">
                <a16:creationId xmlns:a16="http://schemas.microsoft.com/office/drawing/2014/main" id="{DF69BC8A-AD59-63A3-64A2-27F7496859F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10766" y="3985742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24" name="Text Placeholder 30">
            <a:extLst>
              <a:ext uri="{FF2B5EF4-FFF2-40B4-BE49-F238E27FC236}">
                <a16:creationId xmlns:a16="http://schemas.microsoft.com/office/drawing/2014/main" id="{EDE4793B-EE3D-A719-6990-5D9F67CBAF1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10766" y="4121336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25" name="Text Placeholder 30">
            <a:extLst>
              <a:ext uri="{FF2B5EF4-FFF2-40B4-BE49-F238E27FC236}">
                <a16:creationId xmlns:a16="http://schemas.microsoft.com/office/drawing/2014/main" id="{A24EE18E-6DA7-CB84-1F21-8DF1C748238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10766" y="4256930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26" name="Text Placeholder 30">
            <a:extLst>
              <a:ext uri="{FF2B5EF4-FFF2-40B4-BE49-F238E27FC236}">
                <a16:creationId xmlns:a16="http://schemas.microsoft.com/office/drawing/2014/main" id="{AAEE65B4-7FC0-51E0-61A9-DA039122F268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485900" y="3850148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7" name="Text Placeholder 30">
            <a:extLst>
              <a:ext uri="{FF2B5EF4-FFF2-40B4-BE49-F238E27FC236}">
                <a16:creationId xmlns:a16="http://schemas.microsoft.com/office/drawing/2014/main" id="{6483CD3B-2F61-38F8-2851-B10539781BD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485900" y="3714554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8" name="Text Placeholder 30">
            <a:extLst>
              <a:ext uri="{FF2B5EF4-FFF2-40B4-BE49-F238E27FC236}">
                <a16:creationId xmlns:a16="http://schemas.microsoft.com/office/drawing/2014/main" id="{F72C11EB-F1A8-B896-9775-C7ADA2F8325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485900" y="3985742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9" name="Text Placeholder 30">
            <a:extLst>
              <a:ext uri="{FF2B5EF4-FFF2-40B4-BE49-F238E27FC236}">
                <a16:creationId xmlns:a16="http://schemas.microsoft.com/office/drawing/2014/main" id="{4BF91907-2C5A-9E08-110C-64B850CA6482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485900" y="4121336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0F5C0BB3-E700-E0BE-1E5D-F32BFF0DB730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485900" y="4256930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8765D769-2E19-A1D0-70F0-660B5118F3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183674" y="84473"/>
            <a:ext cx="2434590" cy="9193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67708F-A6ED-2C67-AAB2-F57AAA10F9A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0D2A18CE-EA59-FCDB-5CF9-72169831C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11164" y="1480665"/>
            <a:ext cx="5380036" cy="1783080"/>
            <a:chOff x="411163" y="2240280"/>
            <a:chExt cx="6446837" cy="2377440"/>
          </a:xfrm>
        </p:grpSpPr>
        <p:sp>
          <p:nvSpPr>
            <p:cNvPr id="15" name="Rectangle">
              <a:extLst>
                <a:ext uri="{FF2B5EF4-FFF2-40B4-BE49-F238E27FC236}">
                  <a16:creationId xmlns:a16="http://schemas.microsoft.com/office/drawing/2014/main" id="{453FC9A3-D341-95FE-49D0-507EC65462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200"/>
            </a:p>
          </p:txBody>
        </p:sp>
        <p:cxnSp>
          <p:nvCxnSpPr>
            <p:cNvPr id="18" name="Line">
              <a:extLst>
                <a:ext uri="{FF2B5EF4-FFF2-40B4-BE49-F238E27FC236}">
                  <a16:creationId xmlns:a16="http://schemas.microsoft.com/office/drawing/2014/main" id="{2A030869-4AC4-CE94-F004-03103C4DBC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19" name="Line">
              <a:extLst>
                <a:ext uri="{FF2B5EF4-FFF2-40B4-BE49-F238E27FC236}">
                  <a16:creationId xmlns:a16="http://schemas.microsoft.com/office/drawing/2014/main" id="{5AB8E5F3-02DC-C870-FF70-6B7F087F40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0A3716E9-1A78-32FC-3DC4-30F60037386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5800" y="1652115"/>
            <a:ext cx="4822031" cy="99441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2700"/>
            </a:lvl1pPr>
          </a:lstStyle>
          <a:p>
            <a:r>
              <a:rPr kumimoji="0" lang="en-US" sz="27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27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27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27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2700" b="0" i="0" u="none" strike="noStrike" kern="1200" cap="all" spc="0" normalizeH="0" baseline="0" noProof="0">
                <a:ln>
                  <a:noFill/>
                </a:ln>
                <a:solidFill>
                  <a:srgbClr val="FFCC01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THREE LINES MAX</a:t>
            </a:r>
            <a:endParaRPr lang="en-US"/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9BBCBD69-970D-2A8D-E951-CFBC732DBCF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801" y="2838549"/>
            <a:ext cx="2674143" cy="342900"/>
          </a:xfrm>
          <a:prstGeom prst="rect">
            <a:avLst/>
          </a:prstGeo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845FCD4C-F9C5-DECB-5274-6DEC95A50B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09060" y="2838549"/>
            <a:ext cx="1598771" cy="3429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0D24ED-E5F8-CA86-25F1-78110A690DC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15">
            <a:extLst>
              <a:ext uri="{FF2B5EF4-FFF2-40B4-BE49-F238E27FC236}">
                <a16:creationId xmlns:a16="http://schemas.microsoft.com/office/drawing/2014/main" id="{5F51F9D9-5896-27C6-545B-841C41CB76F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14928426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B5714-1C67-5305-161F-BB8ABA64529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16 June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66A96F-567A-34EC-DC2C-66C406228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U.S. Army" descr="U.S. Army">
            <a:extLst>
              <a:ext uri="{FF2B5EF4-FFF2-40B4-BE49-F238E27FC236}">
                <a16:creationId xmlns:a16="http://schemas.microsoft.com/office/drawing/2014/main" id="{C4525471-71C4-E84C-06B5-CF4BA10994C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135668" y="78731"/>
            <a:ext cx="2434590" cy="919356"/>
          </a:xfrm>
          <a:prstGeom prst="rect">
            <a:avLst/>
          </a:prstGeom>
          <a:noFill/>
        </p:spPr>
      </p:pic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00EB67EC-5954-991C-39BB-6509621390E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10766" y="3850148"/>
            <a:ext cx="1001676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E6059881-3615-6A80-014A-12F5EBBBE25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10766" y="3714554"/>
            <a:ext cx="1001676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E2D99AAA-01B9-ED71-F90F-711F200233E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10766" y="3985742"/>
            <a:ext cx="1001676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AA78AC6A-4B5E-2F9D-94D1-897336CBC5F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10766" y="4121336"/>
            <a:ext cx="1001676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E909E494-A135-FCDC-B270-D6B7047A3B1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10766" y="4256930"/>
            <a:ext cx="1001676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99D08674-52BB-F86B-32DC-93D0F45597F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485900" y="3850148"/>
            <a:ext cx="2343701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75B8A948-14E8-9F98-4694-85A4D577B42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485900" y="3714554"/>
            <a:ext cx="2343701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0" name="Text Placeholder 30">
            <a:extLst>
              <a:ext uri="{FF2B5EF4-FFF2-40B4-BE49-F238E27FC236}">
                <a16:creationId xmlns:a16="http://schemas.microsoft.com/office/drawing/2014/main" id="{8594BC0E-E83A-A7AB-AD3C-A280B5A706D3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485900" y="3985742"/>
            <a:ext cx="2343701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1" name="Text Placeholder 30">
            <a:extLst>
              <a:ext uri="{FF2B5EF4-FFF2-40B4-BE49-F238E27FC236}">
                <a16:creationId xmlns:a16="http://schemas.microsoft.com/office/drawing/2014/main" id="{45C25EBB-0808-3B97-D5EC-84FE1867AB1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485900" y="4121336"/>
            <a:ext cx="2343701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1EEF3E66-AAEE-1C6B-9049-032018F0EF1A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485900" y="4256930"/>
            <a:ext cx="2343701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grpSp>
        <p:nvGrpSpPr>
          <p:cNvPr id="48" name="Group">
            <a:extLst>
              <a:ext uri="{FF2B5EF4-FFF2-40B4-BE49-F238E27FC236}">
                <a16:creationId xmlns:a16="http://schemas.microsoft.com/office/drawing/2014/main" id="{1D6D8113-2B65-BAC0-DBC2-601012CF0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11164" y="1480665"/>
            <a:ext cx="5380037" cy="1783080"/>
            <a:chOff x="411163" y="2240280"/>
            <a:chExt cx="6446837" cy="2377440"/>
          </a:xfrm>
        </p:grpSpPr>
        <p:sp>
          <p:nvSpPr>
            <p:cNvPr id="49" name="Rectangle">
              <a:extLst>
                <a:ext uri="{FF2B5EF4-FFF2-40B4-BE49-F238E27FC236}">
                  <a16:creationId xmlns:a16="http://schemas.microsoft.com/office/drawing/2014/main" id="{7528BC0B-D239-46B3-8ED2-9B82FDC07F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221F20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200"/>
            </a:p>
          </p:txBody>
        </p:sp>
        <p:cxnSp>
          <p:nvCxnSpPr>
            <p:cNvPr id="50" name="Line">
              <a:extLst>
                <a:ext uri="{FF2B5EF4-FFF2-40B4-BE49-F238E27FC236}">
                  <a16:creationId xmlns:a16="http://schemas.microsoft.com/office/drawing/2014/main" id="{435BD1FC-4390-71A4-34EE-951EFF0886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51" name="Line">
              <a:extLst>
                <a:ext uri="{FF2B5EF4-FFF2-40B4-BE49-F238E27FC236}">
                  <a16:creationId xmlns:a16="http://schemas.microsoft.com/office/drawing/2014/main" id="{F4A81146-41CE-E3FA-3A50-29CA5D91DB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2796" y="3931920"/>
              <a:ext cx="0" cy="68580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52" name="Title 1">
            <a:extLst>
              <a:ext uri="{FF2B5EF4-FFF2-40B4-BE49-F238E27FC236}">
                <a16:creationId xmlns:a16="http://schemas.microsoft.com/office/drawing/2014/main" id="{34261743-5C6B-193D-74C7-FC918BD33CB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5800" y="1652115"/>
            <a:ext cx="4822031" cy="99441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27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53" name="Subtitle 2">
            <a:extLst>
              <a:ext uri="{FF2B5EF4-FFF2-40B4-BE49-F238E27FC236}">
                <a16:creationId xmlns:a16="http://schemas.microsoft.com/office/drawing/2014/main" id="{09DA0322-2B5C-8F10-EE8B-1FE75C5A5B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800" y="2838549"/>
            <a:ext cx="2674144" cy="342900"/>
          </a:xfrm>
          <a:prstGeom prst="rect">
            <a:avLst/>
          </a:prstGeo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54" name="Text Placeholder 3">
            <a:extLst>
              <a:ext uri="{FF2B5EF4-FFF2-40B4-BE49-F238E27FC236}">
                <a16:creationId xmlns:a16="http://schemas.microsoft.com/office/drawing/2014/main" id="{76359DCF-E748-9D74-A7A5-1B8C52B3E3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09060" y="2838549"/>
            <a:ext cx="1598771" cy="3429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</p:spTree>
    <p:extLst>
      <p:ext uri="{BB962C8B-B14F-4D97-AF65-F5344CB8AC3E}">
        <p14:creationId xmlns:p14="http://schemas.microsoft.com/office/powerpoint/2010/main" val="11216120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F9D3AB9C-26E9-8E88-3B55-B4A5EC7C31F2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D41656AB-D2E1-472E-8B95-0DF5C6E1D623}" type="datetime3">
              <a:rPr lang="en-US" smtClean="0"/>
              <a:t>16 June 2026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CF1316F0-9F13-53EA-1597-09232B2FF1A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499EE878-E6B9-0543-B958-85A17AE36A2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183674" y="84473"/>
            <a:ext cx="2434590" cy="919356"/>
          </a:xfrm>
          <a:prstGeom prst="rect">
            <a:avLst/>
          </a:prstGeom>
        </p:spPr>
      </p:pic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96CD17E6-26AB-FBB2-220C-D5185212C51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10766" y="3850148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FCD1ED33-CCD9-E1B6-327A-71BC6F62C4D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10766" y="3714554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1" name="Text Placeholder 30">
            <a:extLst>
              <a:ext uri="{FF2B5EF4-FFF2-40B4-BE49-F238E27FC236}">
                <a16:creationId xmlns:a16="http://schemas.microsoft.com/office/drawing/2014/main" id="{A255632D-60F3-C439-D931-6B2874E894D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10766" y="3985742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0BD3A2B1-9D40-83E3-4243-B4A52B6A636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10766" y="4121336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7AADD113-BD09-95AA-FFBA-DCC255F69FA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10766" y="4256930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5" name="Text Placeholder 30">
            <a:extLst>
              <a:ext uri="{FF2B5EF4-FFF2-40B4-BE49-F238E27FC236}">
                <a16:creationId xmlns:a16="http://schemas.microsoft.com/office/drawing/2014/main" id="{A9D52B79-92E5-4D64-1757-D13A0674723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485900" y="3850148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DF04F3CB-62F5-7A9F-E397-4800E51C0E2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485900" y="3714554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DA62CE27-72C2-A083-C796-4F047A2FF421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485900" y="3985742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52DBCCDB-5EAD-73A2-7911-8AF50B29DC4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485900" y="4121336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90D5656D-B16A-18B1-A790-538AB817A94E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485900" y="4256930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grpSp>
        <p:nvGrpSpPr>
          <p:cNvPr id="23" name="Group">
            <a:extLst>
              <a:ext uri="{FF2B5EF4-FFF2-40B4-BE49-F238E27FC236}">
                <a16:creationId xmlns:a16="http://schemas.microsoft.com/office/drawing/2014/main" id="{732179A9-275F-FEF3-042C-4AB3B9CBCA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11164" y="1480665"/>
            <a:ext cx="5380036" cy="1783080"/>
            <a:chOff x="411163" y="2240280"/>
            <a:chExt cx="6446837" cy="2377440"/>
          </a:xfrm>
        </p:grpSpPr>
        <p:sp>
          <p:nvSpPr>
            <p:cNvPr id="24" name="Rectangle">
              <a:extLst>
                <a:ext uri="{FF2B5EF4-FFF2-40B4-BE49-F238E27FC236}">
                  <a16:creationId xmlns:a16="http://schemas.microsoft.com/office/drawing/2014/main" id="{B785B252-84B5-5634-9FB4-0C2362931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200"/>
            </a:p>
          </p:txBody>
        </p:sp>
        <p:cxnSp>
          <p:nvCxnSpPr>
            <p:cNvPr id="25" name="Line">
              <a:extLst>
                <a:ext uri="{FF2B5EF4-FFF2-40B4-BE49-F238E27FC236}">
                  <a16:creationId xmlns:a16="http://schemas.microsoft.com/office/drawing/2014/main" id="{1DF8A784-7C74-A05E-2009-0B4EC38FF5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26" name="Line">
              <a:extLst>
                <a:ext uri="{FF2B5EF4-FFF2-40B4-BE49-F238E27FC236}">
                  <a16:creationId xmlns:a16="http://schemas.microsoft.com/office/drawing/2014/main" id="{2E02CEE1-988F-0417-BE5F-BA01AFD1B2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27" name="Title 1">
            <a:extLst>
              <a:ext uri="{FF2B5EF4-FFF2-40B4-BE49-F238E27FC236}">
                <a16:creationId xmlns:a16="http://schemas.microsoft.com/office/drawing/2014/main" id="{63A7B886-8E04-5007-BB32-A7D7AE38413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5800" y="1652115"/>
            <a:ext cx="4822031" cy="99441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27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378B44EF-38A4-9707-9ED0-23F22C855CA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801" y="2838549"/>
            <a:ext cx="2674143" cy="342900"/>
          </a:xfrm>
          <a:prstGeom prst="rect">
            <a:avLst/>
          </a:prstGeo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6EB225BD-8BA1-27E0-7708-54249ED7D3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09060" y="2838549"/>
            <a:ext cx="1598771" cy="3429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7DA15189-0EE0-5679-2F6C-19C49A630D8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  <p:sp>
        <p:nvSpPr>
          <p:cNvPr id="2" name="Rectangle 15">
            <a:extLst>
              <a:ext uri="{FF2B5EF4-FFF2-40B4-BE49-F238E27FC236}">
                <a16:creationId xmlns:a16="http://schemas.microsoft.com/office/drawing/2014/main" id="{D4C88638-6856-0BEB-48E7-78E46B7E57D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CC2702-2764-1DE3-1940-31386289C0D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33334241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1480" y="1200149"/>
            <a:ext cx="8268694" cy="3429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BB89F-F200-3967-06C8-C1B71C7F0F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1480" y="4972050"/>
            <a:ext cx="617220" cy="171450"/>
          </a:xfrm>
        </p:spPr>
        <p:txBody>
          <a:bodyPr lIns="0"/>
          <a:lstStyle/>
          <a:p>
            <a:fld id="{AD622D1A-DF83-41A8-85FF-04D90BF831D3}" type="datetime3">
              <a:rPr lang="en-US" smtClean="0"/>
              <a:t>16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0BAD3-337A-DC60-A7ED-BF13F08262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433828" y="4972050"/>
            <a:ext cx="299408" cy="171450"/>
          </a:xfrm>
        </p:spPr>
        <p:txBody>
          <a:bodyPr rIns="0"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5706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79" y="1200150"/>
            <a:ext cx="4023360" cy="3429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9159" y="1200150"/>
            <a:ext cx="4023360" cy="3429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3576077-E818-BDF1-A607-CD8784277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16 June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B9DE45-E855-FE62-197B-32BBD9BBBA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4867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9713ED7-122D-D0BC-7C53-E1C615A94F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79" y="1200150"/>
            <a:ext cx="2587752" cy="3429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78124" y="1200150"/>
            <a:ext cx="2587752" cy="3429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144767" y="1200150"/>
            <a:ext cx="2587752" cy="3429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645ED9-A46E-B9F8-0D30-36DF4C37823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E0132BA-B5E7-4FFD-AF6C-169169D47D4A}" type="datetime3">
              <a:rPr lang="en-US" smtClean="0"/>
              <a:t>16 June 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7D0D458-416D-011B-0311-0C2B249BF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0606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1" y="1200150"/>
            <a:ext cx="1874519" cy="3429000"/>
          </a:xfrm>
          <a:prstGeom prst="rect">
            <a:avLst/>
          </a:prstGeo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21" y="1200150"/>
            <a:ext cx="1874519" cy="3429000"/>
          </a:xfrm>
          <a:prstGeom prst="rect">
            <a:avLst/>
          </a:prstGeo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200150"/>
            <a:ext cx="1874519" cy="3429000"/>
          </a:xfrm>
          <a:prstGeom prst="rect">
            <a:avLst/>
          </a:prstGeo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200150"/>
            <a:ext cx="1874519" cy="3429000"/>
          </a:xfrm>
          <a:prstGeom prst="rect">
            <a:avLst/>
          </a:prstGeo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E75897-C7CA-D608-954E-EA24E33CBE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81A30091-1C2A-4151-8D3C-D1E47A72615F}" type="datetime3">
              <a:rPr lang="en-US" smtClean="0"/>
              <a:t>16 June 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00C8CD-D32C-E34D-BB8E-34B4CB816D3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7152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2FDCDCBF-BE41-ACC6-2307-F24F0B601969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411480" y="1200150"/>
            <a:ext cx="418338" cy="416624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FontTx/>
              <a:buNone/>
              <a:defRPr sz="6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411481" y="1714498"/>
            <a:ext cx="1874519" cy="2914652"/>
          </a:xfrm>
          <a:prstGeom prst="rect">
            <a:avLst/>
          </a:prstGeo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C7652FE0-2E63-C05D-5D80-EE5429B0A7EE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2560320" y="1200150"/>
            <a:ext cx="418338" cy="418338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FontTx/>
              <a:buNone/>
              <a:defRPr sz="6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4" name="Content Placeholder 5"/>
          <p:cNvSpPr>
            <a:spLocks noGrp="1"/>
          </p:cNvSpPr>
          <p:nvPr>
            <p:ph sz="half" idx="2"/>
          </p:nvPr>
        </p:nvSpPr>
        <p:spPr>
          <a:xfrm>
            <a:off x="2560321" y="1714498"/>
            <a:ext cx="1874519" cy="2914652"/>
          </a:xfrm>
          <a:prstGeom prst="rect">
            <a:avLst/>
          </a:prstGeo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B76F3E0A-3A89-0179-6808-7B86658B2939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4709160" y="1200150"/>
            <a:ext cx="418338" cy="418338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FontTx/>
              <a:buNone/>
              <a:defRPr sz="6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714498"/>
            <a:ext cx="1874519" cy="2914652"/>
          </a:xfrm>
          <a:prstGeom prst="rect">
            <a:avLst/>
          </a:prstGeo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83E5AF74-1A89-50D1-F570-2D5345102584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6858000" y="1200150"/>
            <a:ext cx="418338" cy="418338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FontTx/>
              <a:buNone/>
              <a:defRPr sz="6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714498"/>
            <a:ext cx="1874519" cy="2914652"/>
          </a:xfrm>
          <a:prstGeom prst="rect">
            <a:avLst/>
          </a:prstGeo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B7C8174-B194-B25B-91AA-597E72C8131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5D703CE-07B4-4C05-A488-B4566700621F}" type="datetime3">
              <a:rPr lang="en-US" smtClean="0"/>
              <a:t>16 June 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89FF259-217B-3F10-C738-AE2C6A9EE83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948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54C21BF-3440-8CAE-0A59-466346C771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148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41148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1" y="1714500"/>
            <a:ext cx="1874519" cy="291465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FontTx/>
              <a:buNone/>
              <a:defRPr sz="975">
                <a:solidFill>
                  <a:schemeClr val="tx1"/>
                </a:solidFill>
              </a:defRPr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>
                <a:solidFill>
                  <a:schemeClr val="tx1"/>
                </a:solidFill>
              </a:defRPr>
            </a:lvl2pPr>
            <a:lvl3pPr marL="205740" indent="-102870">
              <a:defRPr sz="975">
                <a:solidFill>
                  <a:schemeClr val="tx1"/>
                </a:solidFill>
              </a:defRPr>
            </a:lvl3pPr>
            <a:lvl4pPr marL="308610" indent="-102870">
              <a:defRPr sz="975">
                <a:solidFill>
                  <a:schemeClr val="tx1"/>
                </a:solidFill>
              </a:defRPr>
            </a:lvl4pPr>
            <a:lvl5pPr marL="411480" indent="-102870">
              <a:defRPr sz="975">
                <a:solidFill>
                  <a:schemeClr val="tx1"/>
                </a:solidFill>
              </a:defRPr>
            </a:lvl5pPr>
            <a:lvl6pPr marL="514350" indent="-102870">
              <a:defRPr sz="975">
                <a:solidFill>
                  <a:schemeClr val="tx1"/>
                </a:solidFill>
              </a:defRPr>
            </a:lvl6pPr>
            <a:lvl7pPr marL="617220" indent="-102870">
              <a:defRPr sz="975">
                <a:solidFill>
                  <a:schemeClr val="tx1"/>
                </a:solidFill>
              </a:defRPr>
            </a:lvl7pPr>
            <a:lvl8pPr marL="720090" indent="-102870">
              <a:defRPr sz="975">
                <a:solidFill>
                  <a:schemeClr val="tx1"/>
                </a:solidFill>
              </a:defRPr>
            </a:lvl8pPr>
            <a:lvl9pPr marL="822960" indent="-102870">
              <a:defRPr sz="975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6032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256032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21" y="1714500"/>
            <a:ext cx="1874519" cy="291465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None/>
              <a:defRPr sz="975">
                <a:solidFill>
                  <a:schemeClr val="tx1"/>
                </a:solidFill>
              </a:defRPr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>
                <a:solidFill>
                  <a:schemeClr val="tx1"/>
                </a:solidFill>
              </a:defRPr>
            </a:lvl2pPr>
            <a:lvl3pPr marL="205740" indent="-102870">
              <a:defRPr sz="975">
                <a:solidFill>
                  <a:schemeClr val="tx1"/>
                </a:solidFill>
              </a:defRPr>
            </a:lvl3pPr>
            <a:lvl4pPr marL="308610" indent="-102870">
              <a:defRPr sz="975">
                <a:solidFill>
                  <a:schemeClr val="tx1"/>
                </a:solidFill>
              </a:defRPr>
            </a:lvl4pPr>
            <a:lvl5pPr marL="411480" indent="-102870">
              <a:defRPr sz="975">
                <a:solidFill>
                  <a:schemeClr val="tx1"/>
                </a:solidFill>
              </a:defRPr>
            </a:lvl5pPr>
            <a:lvl6pPr marL="514350" indent="-102870">
              <a:defRPr sz="975">
                <a:solidFill>
                  <a:schemeClr val="tx1"/>
                </a:solidFill>
              </a:defRPr>
            </a:lvl6pPr>
            <a:lvl7pPr marL="617220" indent="-102870">
              <a:defRPr sz="975">
                <a:solidFill>
                  <a:schemeClr val="tx1"/>
                </a:solidFill>
              </a:defRPr>
            </a:lvl7pPr>
            <a:lvl8pPr marL="720090" indent="-102870">
              <a:defRPr sz="975">
                <a:solidFill>
                  <a:schemeClr val="tx1"/>
                </a:solidFill>
              </a:defRPr>
            </a:lvl8pPr>
            <a:lvl9pPr marL="822960" indent="-102870">
              <a:defRPr sz="975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70916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470916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714500"/>
            <a:ext cx="1874519" cy="291465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None/>
              <a:defRPr sz="975">
                <a:solidFill>
                  <a:schemeClr val="tx1"/>
                </a:solidFill>
              </a:defRPr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>
                <a:solidFill>
                  <a:schemeClr val="tx1"/>
                </a:solidFill>
              </a:defRPr>
            </a:lvl2pPr>
            <a:lvl3pPr marL="205740" indent="-102870">
              <a:defRPr sz="975">
                <a:solidFill>
                  <a:schemeClr val="tx1"/>
                </a:solidFill>
              </a:defRPr>
            </a:lvl3pPr>
            <a:lvl4pPr marL="308610" indent="-102870">
              <a:defRPr sz="975">
                <a:solidFill>
                  <a:schemeClr val="tx1"/>
                </a:solidFill>
              </a:defRPr>
            </a:lvl4pPr>
            <a:lvl5pPr marL="411480" indent="-102870">
              <a:defRPr sz="975">
                <a:solidFill>
                  <a:schemeClr val="tx1"/>
                </a:solidFill>
              </a:defRPr>
            </a:lvl5pPr>
            <a:lvl6pPr marL="514350" indent="-102870">
              <a:defRPr sz="975">
                <a:solidFill>
                  <a:schemeClr val="tx1"/>
                </a:solidFill>
              </a:defRPr>
            </a:lvl6pPr>
            <a:lvl7pPr marL="617220" indent="-102870">
              <a:defRPr sz="975">
                <a:solidFill>
                  <a:schemeClr val="tx1"/>
                </a:solidFill>
              </a:defRPr>
            </a:lvl7pPr>
            <a:lvl8pPr marL="720090" indent="-102870">
              <a:defRPr sz="975">
                <a:solidFill>
                  <a:schemeClr val="tx1"/>
                </a:solidFill>
              </a:defRPr>
            </a:lvl8pPr>
            <a:lvl9pPr marL="822960" indent="-102870">
              <a:defRPr sz="975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685800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714500"/>
            <a:ext cx="1874519" cy="291465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None/>
              <a:defRPr sz="975">
                <a:solidFill>
                  <a:schemeClr val="tx1"/>
                </a:solidFill>
              </a:defRPr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>
                <a:solidFill>
                  <a:schemeClr val="tx1"/>
                </a:solidFill>
              </a:defRPr>
            </a:lvl2pPr>
            <a:lvl3pPr marL="205740" indent="-102870">
              <a:defRPr sz="975">
                <a:solidFill>
                  <a:schemeClr val="tx1"/>
                </a:solidFill>
              </a:defRPr>
            </a:lvl3pPr>
            <a:lvl4pPr marL="308610" indent="-102870">
              <a:defRPr sz="975">
                <a:solidFill>
                  <a:schemeClr val="tx1"/>
                </a:solidFill>
              </a:defRPr>
            </a:lvl4pPr>
            <a:lvl5pPr marL="411480" indent="-102870">
              <a:defRPr sz="975">
                <a:solidFill>
                  <a:schemeClr val="tx1"/>
                </a:solidFill>
              </a:defRPr>
            </a:lvl5pPr>
            <a:lvl6pPr marL="514350" indent="-102870">
              <a:defRPr sz="975">
                <a:solidFill>
                  <a:schemeClr val="tx1"/>
                </a:solidFill>
              </a:defRPr>
            </a:lvl6pPr>
            <a:lvl7pPr marL="617220" indent="-102870">
              <a:defRPr sz="975">
                <a:solidFill>
                  <a:schemeClr val="tx1"/>
                </a:solidFill>
              </a:defRPr>
            </a:lvl7pPr>
            <a:lvl8pPr marL="720090" indent="-102870">
              <a:defRPr sz="975">
                <a:solidFill>
                  <a:schemeClr val="tx1"/>
                </a:solidFill>
              </a:defRPr>
            </a:lvl8pPr>
            <a:lvl9pPr marL="822960" indent="-102870">
              <a:defRPr sz="975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B012D9A-AE72-0239-7D2F-3E585FB16AD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694BD61C-20BA-43AF-A21F-1DAFB3200099}" type="datetime3">
              <a:rPr lang="en-US" smtClean="0"/>
              <a:t>16 June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07D52D1-634D-ECD5-045A-38F96B973A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15">
            <a:extLst>
              <a:ext uri="{FF2B5EF4-FFF2-40B4-BE49-F238E27FC236}">
                <a16:creationId xmlns:a16="http://schemas.microsoft.com/office/drawing/2014/main" id="{DEB0DA69-FBF7-5C40-833F-1B7B11772F8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597C6E0-6809-7398-D956-E5305EC75B1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84E015-ECF9-BB95-F3AC-0C50F66718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9152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D6FD270-DB0B-36F0-B138-75209607ED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148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41148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1" y="1714500"/>
            <a:ext cx="1874519" cy="291465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FontTx/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6032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256032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21" y="1714500"/>
            <a:ext cx="1874519" cy="291465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70916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470916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714500"/>
            <a:ext cx="1874519" cy="291465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685800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714500"/>
            <a:ext cx="1874519" cy="291465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E669241-96AF-C7FA-0BE4-6592ABD25879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7B8021B-6105-4216-96FC-94348F216D0E}" type="datetime3">
              <a:rPr lang="en-US" smtClean="0"/>
              <a:t>16 June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A6C2643F-F661-8B8E-E36F-1F135C6F65B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9829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AEEBA188-82A1-2FC4-842F-8120003B65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148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41148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1" y="1714500"/>
            <a:ext cx="1874519" cy="99441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6032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256032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21" y="1714500"/>
            <a:ext cx="1874519" cy="99441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70916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470916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714500"/>
            <a:ext cx="1874519" cy="99441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685800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714500"/>
            <a:ext cx="1874519" cy="99441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1480" y="29146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 userDrawn="1"/>
        </p:nvSpPr>
        <p:spPr>
          <a:xfrm>
            <a:off x="41148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11481" y="3429000"/>
            <a:ext cx="1874519" cy="99441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60320" y="29146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 userDrawn="1"/>
        </p:nvSpPr>
        <p:spPr>
          <a:xfrm>
            <a:off x="256032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560321" y="3429000"/>
            <a:ext cx="1874519" cy="99441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709160" y="29146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 userDrawn="1"/>
        </p:nvSpPr>
        <p:spPr>
          <a:xfrm>
            <a:off x="470916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709161" y="3429000"/>
            <a:ext cx="1874519" cy="99441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0" y="29146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 userDrawn="1"/>
        </p:nvSpPr>
        <p:spPr>
          <a:xfrm>
            <a:off x="685800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858001" y="3429000"/>
            <a:ext cx="1874519" cy="99441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6E3723B8-B265-6943-67A5-DF3F0D5EC1C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5D27CFAB-73E6-44A8-B862-B3306344E3F2}" type="datetime3">
              <a:rPr lang="en-US" smtClean="0"/>
              <a:t>16 June 2026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8D4AF177-759A-A93C-2097-C2C22D93680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6" name="Rectangle 15">
            <a:extLst>
              <a:ext uri="{FF2B5EF4-FFF2-40B4-BE49-F238E27FC236}">
                <a16:creationId xmlns:a16="http://schemas.microsoft.com/office/drawing/2014/main" id="{FEDB97C0-F514-9C55-3E16-9FC0105AEFD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C06597B-21CB-E031-D41A-B15442D1221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E419FAE-92B3-3B6A-EDE9-C7A373F39B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5028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963F0940-E33E-9D7F-C52B-16CFD0545B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148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41148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1" y="1714500"/>
            <a:ext cx="1874519" cy="99441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6032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256032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21" y="1714500"/>
            <a:ext cx="1874519" cy="99441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70916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470916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714500"/>
            <a:ext cx="1874519" cy="99441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685800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714500"/>
            <a:ext cx="1874519" cy="99441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1480" y="29146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 userDrawn="1"/>
        </p:nvSpPr>
        <p:spPr>
          <a:xfrm>
            <a:off x="41148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11481" y="3429000"/>
            <a:ext cx="1874519" cy="99441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60320" y="29146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 userDrawn="1"/>
        </p:nvSpPr>
        <p:spPr>
          <a:xfrm>
            <a:off x="256032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560321" y="3429000"/>
            <a:ext cx="1874519" cy="99441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709160" y="29146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 userDrawn="1"/>
        </p:nvSpPr>
        <p:spPr>
          <a:xfrm>
            <a:off x="470916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709161" y="3429000"/>
            <a:ext cx="1874519" cy="99441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0" y="29146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 userDrawn="1"/>
        </p:nvSpPr>
        <p:spPr>
          <a:xfrm>
            <a:off x="685800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858001" y="3429000"/>
            <a:ext cx="1874519" cy="99441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4C43927A-9072-62B2-E6B6-C90CC98BD41F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9B2E784-A5F5-4301-881B-94AC8DBF9DED}" type="datetime3">
              <a:rPr lang="en-US" smtClean="0"/>
              <a:t>16 June 2026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7C0BB974-2130-F29B-EFD0-42CC6056022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0905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0F3CE13-290E-12C4-BDCA-17CB5BAFF74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71450"/>
            <a:ext cx="9144000" cy="4800600"/>
          </a:xfrm>
          <a:prstGeom prst="rect">
            <a:avLst/>
          </a:prstGeo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0AF67DC4-909F-6BF0-DB86-8675E25715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F3D174-1921-7F28-5394-750C376C77F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8EAB3A5-9E92-4BB9-8F22-9632B4FBEDBA}" type="datetime3">
              <a:rPr lang="en-US" smtClean="0"/>
              <a:t>16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BD6737-D835-6484-7A3F-BAD2D784E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B09A03-7F71-C11F-C219-9F32BF2D5BC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6997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" y="308611"/>
            <a:ext cx="4023360" cy="685800"/>
          </a:xfrm>
        </p:spPr>
        <p:txBody>
          <a:bodyPr/>
          <a:lstStyle>
            <a:lvl1pPr>
              <a:defRPr sz="21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79" y="1200150"/>
            <a:ext cx="4023360" cy="3429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EDA6D-3B28-23A1-C2EE-BBB7617D7DC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0923810-5FB2-48C9-96CA-1DE2C4773142}" type="datetime3">
              <a:rPr lang="en-US" smtClean="0"/>
              <a:t>16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31B70-C8F2-D686-C30C-B4651FF04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9D1DFBC2-C4E8-E691-E48C-B8D2CF49CDA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08528" y="807244"/>
            <a:ext cx="4024311" cy="3821906"/>
          </a:xfrm>
          <a:prstGeom prst="rect">
            <a:avLst/>
          </a:prstGeo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9861601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4D455EB0-A36D-4986-9393-AA1D5CE6C06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1479" y="308610"/>
            <a:ext cx="8321040" cy="2331720"/>
          </a:xfrm>
          <a:prstGeom prst="rect">
            <a:avLst/>
          </a:prstGeo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" y="2846070"/>
            <a:ext cx="4023360" cy="685800"/>
          </a:xfrm>
        </p:spPr>
        <p:txBody>
          <a:bodyPr/>
          <a:lstStyle>
            <a:lvl1pPr>
              <a:defRPr sz="21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4709159" y="2846070"/>
            <a:ext cx="4023360" cy="178308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39DE7-660B-3FA9-966D-AB1D9EF6AC8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E50EFF4B-86EB-42FB-93EA-7D8F9CB2466F}" type="datetime3">
              <a:rPr lang="en-US" smtClean="0"/>
              <a:t>16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63529-A3F2-C0F4-1A5C-AAFFF34D7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1285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90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218">
          <p15:clr>
            <a:srgbClr val="A4A3A4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1479" y="1200150"/>
            <a:ext cx="4023360" cy="1714500"/>
          </a:xfrm>
          <a:prstGeom prst="rect">
            <a:avLst/>
          </a:prstGeo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1478" y="3086100"/>
            <a:ext cx="4023360" cy="27432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350" b="1"/>
            </a:lvl1pPr>
            <a:lvl2pPr marL="0" indent="0">
              <a:spcBef>
                <a:spcPts val="0"/>
              </a:spcBef>
              <a:buFontTx/>
              <a:buNone/>
              <a:defRPr sz="1350" b="1"/>
            </a:lvl2pPr>
            <a:lvl3pPr marL="0" indent="0">
              <a:spcBef>
                <a:spcPts val="0"/>
              </a:spcBef>
              <a:buFontTx/>
              <a:buNone/>
              <a:defRPr sz="1350" b="1"/>
            </a:lvl3pPr>
            <a:lvl4pPr marL="0" indent="0">
              <a:spcBef>
                <a:spcPts val="0"/>
              </a:spcBef>
              <a:buFontTx/>
              <a:buNone/>
              <a:defRPr sz="1350" b="1"/>
            </a:lvl4pPr>
            <a:lvl5pPr marL="0" indent="0">
              <a:spcBef>
                <a:spcPts val="0"/>
              </a:spcBef>
              <a:buFontTx/>
              <a:buNone/>
              <a:defRPr sz="1350" b="1"/>
            </a:lvl5pPr>
            <a:lvl6pPr marL="0" indent="0">
              <a:spcBef>
                <a:spcPts val="0"/>
              </a:spcBef>
              <a:buFontTx/>
              <a:buNone/>
              <a:defRPr sz="1350" b="1"/>
            </a:lvl6pPr>
            <a:lvl7pPr marL="0" indent="0">
              <a:spcBef>
                <a:spcPts val="0"/>
              </a:spcBef>
              <a:buFontTx/>
              <a:buNone/>
              <a:defRPr sz="1350" b="1"/>
            </a:lvl7pPr>
            <a:lvl8pPr marL="0" indent="0">
              <a:spcBef>
                <a:spcPts val="0"/>
              </a:spcBef>
              <a:buFontTx/>
              <a:buNone/>
              <a:defRPr sz="1350" b="1"/>
            </a:lvl8pPr>
            <a:lvl9pPr marL="0" indent="0">
              <a:spcBef>
                <a:spcPts val="0"/>
              </a:spcBef>
              <a:buFontTx/>
              <a:buNone/>
              <a:defRPr sz="135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411479" y="3394710"/>
            <a:ext cx="4023360" cy="1234440"/>
          </a:xfrm>
          <a:prstGeom prst="rect">
            <a:avLst/>
          </a:prstGeom>
        </p:spPr>
        <p:txBody>
          <a:bodyPr/>
          <a:lstStyle>
            <a:lvl1pPr marL="102870" indent="-102870">
              <a:defRPr sz="1125"/>
            </a:lvl1pPr>
            <a:lvl2pPr marL="205740" indent="-102870">
              <a:defRPr sz="1125"/>
            </a:lvl2pPr>
            <a:lvl3pPr marL="308610" indent="-102870">
              <a:defRPr sz="1125"/>
            </a:lvl3pPr>
            <a:lvl4pPr marL="411480" indent="-102870">
              <a:defRPr sz="1125"/>
            </a:lvl4pPr>
            <a:lvl5pPr marL="514350" indent="-102870">
              <a:defRPr sz="1125"/>
            </a:lvl5pPr>
            <a:lvl6pPr marL="617220" indent="-102870">
              <a:defRPr sz="1125"/>
            </a:lvl6pPr>
            <a:lvl7pPr marL="720090" indent="-102870">
              <a:defRPr sz="1125"/>
            </a:lvl7pPr>
            <a:lvl8pPr marL="822960" indent="-102870">
              <a:defRPr sz="1125"/>
            </a:lvl8pPr>
            <a:lvl9pPr marL="925830" indent="-102870"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709159" y="1200150"/>
            <a:ext cx="4023360" cy="1714500"/>
          </a:xfrm>
          <a:prstGeom prst="rect">
            <a:avLst/>
          </a:prstGeo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09159" y="3086100"/>
            <a:ext cx="4023360" cy="27432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350" b="1"/>
            </a:lvl1pPr>
            <a:lvl2pPr marL="0" indent="0">
              <a:spcBef>
                <a:spcPts val="0"/>
              </a:spcBef>
              <a:buFontTx/>
              <a:buNone/>
              <a:defRPr sz="1350" b="1"/>
            </a:lvl2pPr>
            <a:lvl3pPr marL="0" indent="0">
              <a:spcBef>
                <a:spcPts val="0"/>
              </a:spcBef>
              <a:buFontTx/>
              <a:buNone/>
              <a:defRPr sz="1350" b="1"/>
            </a:lvl3pPr>
            <a:lvl4pPr marL="0" indent="0">
              <a:spcBef>
                <a:spcPts val="0"/>
              </a:spcBef>
              <a:buFontTx/>
              <a:buNone/>
              <a:defRPr sz="1350" b="1"/>
            </a:lvl4pPr>
            <a:lvl5pPr marL="0" indent="0">
              <a:spcBef>
                <a:spcPts val="0"/>
              </a:spcBef>
              <a:buFontTx/>
              <a:buNone/>
              <a:defRPr sz="1350" b="1"/>
            </a:lvl5pPr>
            <a:lvl6pPr marL="0" indent="0">
              <a:spcBef>
                <a:spcPts val="0"/>
              </a:spcBef>
              <a:buFontTx/>
              <a:buNone/>
              <a:defRPr sz="1350" b="1"/>
            </a:lvl6pPr>
            <a:lvl7pPr marL="0" indent="0">
              <a:spcBef>
                <a:spcPts val="0"/>
              </a:spcBef>
              <a:buFontTx/>
              <a:buNone/>
              <a:defRPr sz="1350" b="1"/>
            </a:lvl7pPr>
            <a:lvl8pPr marL="0" indent="0">
              <a:spcBef>
                <a:spcPts val="0"/>
              </a:spcBef>
              <a:buFontTx/>
              <a:buNone/>
              <a:defRPr sz="1350" b="1"/>
            </a:lvl8pPr>
            <a:lvl9pPr marL="0" indent="0">
              <a:spcBef>
                <a:spcPts val="0"/>
              </a:spcBef>
              <a:buFontTx/>
              <a:buNone/>
              <a:defRPr sz="135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4709159" y="3394710"/>
            <a:ext cx="4023360" cy="1234440"/>
          </a:xfrm>
          <a:prstGeom prst="rect">
            <a:avLst/>
          </a:prstGeom>
        </p:spPr>
        <p:txBody>
          <a:bodyPr/>
          <a:lstStyle>
            <a:lvl1pPr marL="102870" indent="-102870">
              <a:defRPr sz="1125"/>
            </a:lvl1pPr>
            <a:lvl2pPr marL="205740" indent="-102870">
              <a:defRPr sz="1125"/>
            </a:lvl2pPr>
            <a:lvl3pPr marL="308610" indent="-102870">
              <a:defRPr sz="1125"/>
            </a:lvl3pPr>
            <a:lvl4pPr marL="411480" indent="-102870">
              <a:defRPr sz="1125"/>
            </a:lvl4pPr>
            <a:lvl5pPr marL="514350" indent="-102870">
              <a:defRPr sz="1125"/>
            </a:lvl5pPr>
            <a:lvl6pPr marL="617220" indent="-102870">
              <a:defRPr sz="1125"/>
            </a:lvl6pPr>
            <a:lvl7pPr marL="720090" indent="-102870">
              <a:defRPr sz="1125"/>
            </a:lvl7pPr>
            <a:lvl8pPr marL="822960" indent="-102870">
              <a:defRPr sz="1125"/>
            </a:lvl8pPr>
            <a:lvl9pPr marL="925830" indent="-102870"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E309248A-8803-C0D0-F841-DA0B643CD6D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B14FC24-E041-45E9-9A72-E5755A86890F}" type="datetime3">
              <a:rPr lang="en-US" smtClean="0"/>
              <a:t>16 June 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E501E26-5E18-9AC3-2607-A695FA23E63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4730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592">
          <p15:clr>
            <a:srgbClr val="A4A3A4"/>
          </p15:clr>
        </p15:guide>
        <p15:guide id="4" orient="horz" pos="2448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1479" y="1200150"/>
            <a:ext cx="2587752" cy="1268730"/>
          </a:xfrm>
          <a:prstGeom prst="rect">
            <a:avLst/>
          </a:prstGeo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1478" y="2640330"/>
            <a:ext cx="2587752" cy="27432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350" b="1"/>
            </a:lvl1pPr>
            <a:lvl2pPr marL="0" indent="0">
              <a:spcBef>
                <a:spcPts val="0"/>
              </a:spcBef>
              <a:buFontTx/>
              <a:buNone/>
              <a:defRPr sz="1350" b="1"/>
            </a:lvl2pPr>
            <a:lvl3pPr marL="0" indent="0">
              <a:spcBef>
                <a:spcPts val="0"/>
              </a:spcBef>
              <a:buFontTx/>
              <a:buNone/>
              <a:defRPr sz="1350" b="1"/>
            </a:lvl3pPr>
            <a:lvl4pPr marL="0" indent="0">
              <a:spcBef>
                <a:spcPts val="0"/>
              </a:spcBef>
              <a:buFontTx/>
              <a:buNone/>
              <a:defRPr sz="1350" b="1"/>
            </a:lvl4pPr>
            <a:lvl5pPr marL="0" indent="0">
              <a:spcBef>
                <a:spcPts val="0"/>
              </a:spcBef>
              <a:buFontTx/>
              <a:buNone/>
              <a:defRPr sz="1350" b="1"/>
            </a:lvl5pPr>
            <a:lvl6pPr marL="0" indent="0">
              <a:spcBef>
                <a:spcPts val="0"/>
              </a:spcBef>
              <a:buFontTx/>
              <a:buNone/>
              <a:defRPr sz="1350" b="1"/>
            </a:lvl6pPr>
            <a:lvl7pPr marL="0" indent="0">
              <a:spcBef>
                <a:spcPts val="0"/>
              </a:spcBef>
              <a:buFontTx/>
              <a:buNone/>
              <a:defRPr sz="1350" b="1"/>
            </a:lvl7pPr>
            <a:lvl8pPr marL="0" indent="0">
              <a:spcBef>
                <a:spcPts val="0"/>
              </a:spcBef>
              <a:buFontTx/>
              <a:buNone/>
              <a:defRPr sz="1350" b="1"/>
            </a:lvl8pPr>
            <a:lvl9pPr marL="0" indent="0">
              <a:spcBef>
                <a:spcPts val="0"/>
              </a:spcBef>
              <a:buFontTx/>
              <a:buNone/>
              <a:defRPr sz="135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411479" y="2948940"/>
            <a:ext cx="2587752" cy="1680210"/>
          </a:xfrm>
          <a:prstGeom prst="rect">
            <a:avLst/>
          </a:prstGeom>
        </p:spPr>
        <p:txBody>
          <a:bodyPr/>
          <a:lstStyle>
            <a:lvl1pPr marL="102870" indent="-102870">
              <a:defRPr sz="1125"/>
            </a:lvl1pPr>
            <a:lvl2pPr marL="205740" indent="-102870">
              <a:defRPr sz="1125"/>
            </a:lvl2pPr>
            <a:lvl3pPr marL="308610" indent="-102870">
              <a:defRPr sz="1125"/>
            </a:lvl3pPr>
            <a:lvl4pPr marL="411480" indent="-102870">
              <a:defRPr sz="1125"/>
            </a:lvl4pPr>
            <a:lvl5pPr marL="514350" indent="-102870">
              <a:defRPr sz="1125"/>
            </a:lvl5pPr>
            <a:lvl6pPr marL="617220" indent="-102870">
              <a:defRPr sz="1125"/>
            </a:lvl6pPr>
            <a:lvl7pPr marL="720090" indent="-102870">
              <a:defRPr sz="1125"/>
            </a:lvl7pPr>
            <a:lvl8pPr marL="822960" indent="-102870">
              <a:defRPr sz="1125"/>
            </a:lvl8pPr>
            <a:lvl9pPr marL="925830" indent="-102870"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278123" y="1200150"/>
            <a:ext cx="2587752" cy="1268730"/>
          </a:xfrm>
          <a:prstGeom prst="rect">
            <a:avLst/>
          </a:prstGeo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78123" y="2640330"/>
            <a:ext cx="2587752" cy="27432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350" b="1"/>
            </a:lvl1pPr>
            <a:lvl2pPr marL="0" indent="0">
              <a:spcBef>
                <a:spcPts val="0"/>
              </a:spcBef>
              <a:buFontTx/>
              <a:buNone/>
              <a:defRPr sz="1350" b="1"/>
            </a:lvl2pPr>
            <a:lvl3pPr marL="0" indent="0">
              <a:spcBef>
                <a:spcPts val="0"/>
              </a:spcBef>
              <a:buFontTx/>
              <a:buNone/>
              <a:defRPr sz="1350" b="1"/>
            </a:lvl3pPr>
            <a:lvl4pPr marL="0" indent="0">
              <a:spcBef>
                <a:spcPts val="0"/>
              </a:spcBef>
              <a:buFontTx/>
              <a:buNone/>
              <a:defRPr sz="1350" b="1"/>
            </a:lvl4pPr>
            <a:lvl5pPr marL="0" indent="0">
              <a:spcBef>
                <a:spcPts val="0"/>
              </a:spcBef>
              <a:buFontTx/>
              <a:buNone/>
              <a:defRPr sz="1350" b="1"/>
            </a:lvl5pPr>
            <a:lvl6pPr marL="0" indent="0">
              <a:spcBef>
                <a:spcPts val="0"/>
              </a:spcBef>
              <a:buFontTx/>
              <a:buNone/>
              <a:defRPr sz="1350" b="1"/>
            </a:lvl6pPr>
            <a:lvl7pPr marL="0" indent="0">
              <a:spcBef>
                <a:spcPts val="0"/>
              </a:spcBef>
              <a:buFontTx/>
              <a:buNone/>
              <a:defRPr sz="1350" b="1"/>
            </a:lvl7pPr>
            <a:lvl8pPr marL="0" indent="0">
              <a:spcBef>
                <a:spcPts val="0"/>
              </a:spcBef>
              <a:buFontTx/>
              <a:buNone/>
              <a:defRPr sz="1350" b="1"/>
            </a:lvl8pPr>
            <a:lvl9pPr marL="0" indent="0">
              <a:spcBef>
                <a:spcPts val="0"/>
              </a:spcBef>
              <a:buFontTx/>
              <a:buNone/>
              <a:defRPr sz="135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3278123" y="2948940"/>
            <a:ext cx="2587752" cy="1680210"/>
          </a:xfrm>
          <a:prstGeom prst="rect">
            <a:avLst/>
          </a:prstGeom>
        </p:spPr>
        <p:txBody>
          <a:bodyPr/>
          <a:lstStyle>
            <a:lvl1pPr marL="102870" indent="-102870">
              <a:defRPr sz="1125"/>
            </a:lvl1pPr>
            <a:lvl2pPr marL="205740" indent="-102870">
              <a:defRPr sz="1125"/>
            </a:lvl2pPr>
            <a:lvl3pPr marL="308610" indent="-102870">
              <a:defRPr sz="1125"/>
            </a:lvl3pPr>
            <a:lvl4pPr marL="411480" indent="-102870">
              <a:defRPr sz="1125"/>
            </a:lvl4pPr>
            <a:lvl5pPr marL="514350" indent="-102870">
              <a:defRPr sz="1125"/>
            </a:lvl5pPr>
            <a:lvl6pPr marL="617220" indent="-102870">
              <a:defRPr sz="1125"/>
            </a:lvl6pPr>
            <a:lvl7pPr marL="720090" indent="-102870">
              <a:defRPr sz="1125"/>
            </a:lvl7pPr>
            <a:lvl8pPr marL="822960" indent="-102870">
              <a:defRPr sz="1125"/>
            </a:lvl8pPr>
            <a:lvl9pPr marL="925830" indent="-102870"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44767" y="1200150"/>
            <a:ext cx="2587752" cy="1268730"/>
          </a:xfrm>
          <a:prstGeom prst="rect">
            <a:avLst/>
          </a:prstGeo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44767" y="2640330"/>
            <a:ext cx="2587752" cy="27432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350" b="1"/>
            </a:lvl1pPr>
            <a:lvl2pPr marL="0" indent="0">
              <a:spcBef>
                <a:spcPts val="0"/>
              </a:spcBef>
              <a:buFontTx/>
              <a:buNone/>
              <a:defRPr sz="1350" b="1"/>
            </a:lvl2pPr>
            <a:lvl3pPr marL="0" indent="0">
              <a:spcBef>
                <a:spcPts val="0"/>
              </a:spcBef>
              <a:buFontTx/>
              <a:buNone/>
              <a:defRPr sz="1350" b="1"/>
            </a:lvl3pPr>
            <a:lvl4pPr marL="0" indent="0">
              <a:spcBef>
                <a:spcPts val="0"/>
              </a:spcBef>
              <a:buFontTx/>
              <a:buNone/>
              <a:defRPr sz="1350" b="1"/>
            </a:lvl4pPr>
            <a:lvl5pPr marL="0" indent="0">
              <a:spcBef>
                <a:spcPts val="0"/>
              </a:spcBef>
              <a:buFontTx/>
              <a:buNone/>
              <a:defRPr sz="1350" b="1"/>
            </a:lvl5pPr>
            <a:lvl6pPr marL="0" indent="0">
              <a:spcBef>
                <a:spcPts val="0"/>
              </a:spcBef>
              <a:buFontTx/>
              <a:buNone/>
              <a:defRPr sz="1350" b="1"/>
            </a:lvl6pPr>
            <a:lvl7pPr marL="0" indent="0">
              <a:spcBef>
                <a:spcPts val="0"/>
              </a:spcBef>
              <a:buFontTx/>
              <a:buNone/>
              <a:defRPr sz="1350" b="1"/>
            </a:lvl7pPr>
            <a:lvl8pPr marL="0" indent="0">
              <a:spcBef>
                <a:spcPts val="0"/>
              </a:spcBef>
              <a:buFontTx/>
              <a:buNone/>
              <a:defRPr sz="1350" b="1"/>
            </a:lvl8pPr>
            <a:lvl9pPr marL="0" indent="0">
              <a:spcBef>
                <a:spcPts val="0"/>
              </a:spcBef>
              <a:buFontTx/>
              <a:buNone/>
              <a:defRPr sz="135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6144767" y="2948940"/>
            <a:ext cx="2587752" cy="1680210"/>
          </a:xfrm>
          <a:prstGeom prst="rect">
            <a:avLst/>
          </a:prstGeom>
        </p:spPr>
        <p:txBody>
          <a:bodyPr/>
          <a:lstStyle>
            <a:lvl1pPr marL="102870" indent="-102870">
              <a:defRPr sz="1125"/>
            </a:lvl1pPr>
            <a:lvl2pPr marL="205740" indent="-102870">
              <a:defRPr sz="1125"/>
            </a:lvl2pPr>
            <a:lvl3pPr marL="308610" indent="-102870">
              <a:defRPr sz="1125"/>
            </a:lvl3pPr>
            <a:lvl4pPr marL="411480" indent="-102870">
              <a:defRPr sz="1125"/>
            </a:lvl4pPr>
            <a:lvl5pPr marL="514350" indent="-102870">
              <a:defRPr sz="1125"/>
            </a:lvl5pPr>
            <a:lvl6pPr marL="617220" indent="-102870">
              <a:defRPr sz="1125"/>
            </a:lvl6pPr>
            <a:lvl7pPr marL="720090" indent="-102870">
              <a:defRPr sz="1125"/>
            </a:lvl7pPr>
            <a:lvl8pPr marL="822960" indent="-102870">
              <a:defRPr sz="1125"/>
            </a:lvl8pPr>
            <a:lvl9pPr marL="925830" indent="-102870"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CC41EC7-A74C-7FAC-CAAF-B45134A90C1F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98A19125-94A7-4474-858C-FD9C4ABE9DDA}" type="datetime3">
              <a:rPr lang="en-US" smtClean="0"/>
              <a:t>16 June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DCE38A9-CABF-9588-DDD8-93DD198F7EC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2985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2218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2074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1481" y="1200150"/>
            <a:ext cx="1874519" cy="925830"/>
          </a:xfrm>
          <a:prstGeom prst="rect">
            <a:avLst/>
          </a:prstGeo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1480" y="2297430"/>
            <a:ext cx="1874519" cy="27432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200" b="1"/>
            </a:lvl1pPr>
            <a:lvl2pPr marL="0" indent="0">
              <a:spcBef>
                <a:spcPts val="0"/>
              </a:spcBef>
              <a:buFontTx/>
              <a:buNone/>
              <a:defRPr sz="1200" b="1"/>
            </a:lvl2pPr>
            <a:lvl3pPr marL="0" indent="0">
              <a:spcBef>
                <a:spcPts val="0"/>
              </a:spcBef>
              <a:buFontTx/>
              <a:buNone/>
              <a:defRPr sz="1200" b="1"/>
            </a:lvl3pPr>
            <a:lvl4pPr marL="0" indent="0">
              <a:spcBef>
                <a:spcPts val="0"/>
              </a:spcBef>
              <a:buFontTx/>
              <a:buNone/>
              <a:defRPr sz="1200" b="1"/>
            </a:lvl4pPr>
            <a:lvl5pPr marL="0" indent="0">
              <a:spcBef>
                <a:spcPts val="0"/>
              </a:spcBef>
              <a:buFontTx/>
              <a:buNone/>
              <a:defRPr sz="1200" b="1"/>
            </a:lvl5pPr>
            <a:lvl6pPr marL="0" indent="0">
              <a:spcBef>
                <a:spcPts val="0"/>
              </a:spcBef>
              <a:buFontTx/>
              <a:buNone/>
              <a:defRPr sz="1200" b="1"/>
            </a:lvl6pPr>
            <a:lvl7pPr marL="0" indent="0">
              <a:spcBef>
                <a:spcPts val="0"/>
              </a:spcBef>
              <a:buFontTx/>
              <a:buNone/>
              <a:defRPr sz="1200" b="1"/>
            </a:lvl7pPr>
            <a:lvl8pPr marL="0" indent="0">
              <a:spcBef>
                <a:spcPts val="0"/>
              </a:spcBef>
              <a:buFontTx/>
              <a:buNone/>
              <a:defRPr sz="1200" b="1"/>
            </a:lvl8pPr>
            <a:lvl9pPr marL="0" indent="0">
              <a:spcBef>
                <a:spcPts val="0"/>
              </a:spcBef>
              <a:buFontTx/>
              <a:buNone/>
              <a:defRPr sz="12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411481" y="2606040"/>
            <a:ext cx="1874519" cy="2023110"/>
          </a:xfrm>
          <a:prstGeom prst="rect">
            <a:avLst/>
          </a:prstGeo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571604" y="1200150"/>
            <a:ext cx="1874519" cy="925830"/>
          </a:xfrm>
          <a:prstGeom prst="rect">
            <a:avLst/>
          </a:prstGeo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71604" y="2297430"/>
            <a:ext cx="1874519" cy="27432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200" b="1"/>
            </a:lvl1pPr>
            <a:lvl2pPr marL="0" indent="0">
              <a:spcBef>
                <a:spcPts val="0"/>
              </a:spcBef>
              <a:buFontTx/>
              <a:buNone/>
              <a:defRPr sz="1200" b="1"/>
            </a:lvl2pPr>
            <a:lvl3pPr marL="0" indent="0">
              <a:spcBef>
                <a:spcPts val="0"/>
              </a:spcBef>
              <a:buFontTx/>
              <a:buNone/>
              <a:defRPr sz="1200" b="1"/>
            </a:lvl3pPr>
            <a:lvl4pPr marL="0" indent="0">
              <a:spcBef>
                <a:spcPts val="0"/>
              </a:spcBef>
              <a:buFontTx/>
              <a:buNone/>
              <a:defRPr sz="1200" b="1"/>
            </a:lvl4pPr>
            <a:lvl5pPr marL="0" indent="0">
              <a:spcBef>
                <a:spcPts val="0"/>
              </a:spcBef>
              <a:buFontTx/>
              <a:buNone/>
              <a:defRPr sz="1200" b="1"/>
            </a:lvl5pPr>
            <a:lvl6pPr marL="0" indent="0">
              <a:spcBef>
                <a:spcPts val="0"/>
              </a:spcBef>
              <a:buFontTx/>
              <a:buNone/>
              <a:defRPr sz="1200" b="1"/>
            </a:lvl6pPr>
            <a:lvl7pPr marL="0" indent="0">
              <a:spcBef>
                <a:spcPts val="0"/>
              </a:spcBef>
              <a:buFontTx/>
              <a:buNone/>
              <a:defRPr sz="1200" b="1"/>
            </a:lvl7pPr>
            <a:lvl8pPr marL="0" indent="0">
              <a:spcBef>
                <a:spcPts val="0"/>
              </a:spcBef>
              <a:buFontTx/>
              <a:buNone/>
              <a:defRPr sz="1200" b="1"/>
            </a:lvl8pPr>
            <a:lvl9pPr marL="0" indent="0">
              <a:spcBef>
                <a:spcPts val="0"/>
              </a:spcBef>
              <a:buFontTx/>
              <a:buNone/>
              <a:defRPr sz="12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2571604" y="2606040"/>
            <a:ext cx="1874519" cy="2023110"/>
          </a:xfrm>
          <a:prstGeom prst="rect">
            <a:avLst/>
          </a:prstGeo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97881" y="1200150"/>
            <a:ext cx="1874519" cy="925830"/>
          </a:xfrm>
          <a:prstGeom prst="rect">
            <a:avLst/>
          </a:prstGeo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7881" y="2297430"/>
            <a:ext cx="1874519" cy="27432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200" b="1"/>
            </a:lvl1pPr>
            <a:lvl2pPr marL="0" indent="0">
              <a:spcBef>
                <a:spcPts val="0"/>
              </a:spcBef>
              <a:buFontTx/>
              <a:buNone/>
              <a:defRPr sz="1200" b="1"/>
            </a:lvl2pPr>
            <a:lvl3pPr marL="0" indent="0">
              <a:spcBef>
                <a:spcPts val="0"/>
              </a:spcBef>
              <a:buFontTx/>
              <a:buNone/>
              <a:defRPr sz="1200" b="1"/>
            </a:lvl3pPr>
            <a:lvl4pPr marL="0" indent="0">
              <a:spcBef>
                <a:spcPts val="0"/>
              </a:spcBef>
              <a:buFontTx/>
              <a:buNone/>
              <a:defRPr sz="1200" b="1"/>
            </a:lvl4pPr>
            <a:lvl5pPr marL="0" indent="0">
              <a:spcBef>
                <a:spcPts val="0"/>
              </a:spcBef>
              <a:buFontTx/>
              <a:buNone/>
              <a:defRPr sz="1200" b="1"/>
            </a:lvl5pPr>
            <a:lvl6pPr marL="0" indent="0">
              <a:spcBef>
                <a:spcPts val="0"/>
              </a:spcBef>
              <a:buFontTx/>
              <a:buNone/>
              <a:defRPr sz="1200" b="1"/>
            </a:lvl6pPr>
            <a:lvl7pPr marL="0" indent="0">
              <a:spcBef>
                <a:spcPts val="0"/>
              </a:spcBef>
              <a:buFontTx/>
              <a:buNone/>
              <a:defRPr sz="1200" b="1"/>
            </a:lvl7pPr>
            <a:lvl8pPr marL="0" indent="0">
              <a:spcBef>
                <a:spcPts val="0"/>
              </a:spcBef>
              <a:buFontTx/>
              <a:buNone/>
              <a:defRPr sz="1200" b="1"/>
            </a:lvl8pPr>
            <a:lvl9pPr marL="0" indent="0">
              <a:spcBef>
                <a:spcPts val="0"/>
              </a:spcBef>
              <a:buFontTx/>
              <a:buNone/>
              <a:defRPr sz="12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4697881" y="2606040"/>
            <a:ext cx="1874519" cy="2023110"/>
          </a:xfrm>
          <a:prstGeom prst="rect">
            <a:avLst/>
          </a:prstGeo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D206E8B5-48CF-3920-10E8-5C214FEE93B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858001" y="1200150"/>
            <a:ext cx="1874519" cy="925830"/>
          </a:xfrm>
          <a:prstGeom prst="rect">
            <a:avLst/>
          </a:prstGeo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0A8711B-6FCD-CC40-76D9-6F2EED66A6E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58001" y="2297430"/>
            <a:ext cx="1874519" cy="27432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200" b="1"/>
            </a:lvl1pPr>
            <a:lvl2pPr marL="0" indent="0">
              <a:spcBef>
                <a:spcPts val="0"/>
              </a:spcBef>
              <a:buFontTx/>
              <a:buNone/>
              <a:defRPr sz="1200" b="1"/>
            </a:lvl2pPr>
            <a:lvl3pPr marL="0" indent="0">
              <a:spcBef>
                <a:spcPts val="0"/>
              </a:spcBef>
              <a:buFontTx/>
              <a:buNone/>
              <a:defRPr sz="1200" b="1"/>
            </a:lvl3pPr>
            <a:lvl4pPr marL="0" indent="0">
              <a:spcBef>
                <a:spcPts val="0"/>
              </a:spcBef>
              <a:buFontTx/>
              <a:buNone/>
              <a:defRPr sz="1200" b="1"/>
            </a:lvl4pPr>
            <a:lvl5pPr marL="0" indent="0">
              <a:spcBef>
                <a:spcPts val="0"/>
              </a:spcBef>
              <a:buFontTx/>
              <a:buNone/>
              <a:defRPr sz="1200" b="1"/>
            </a:lvl5pPr>
            <a:lvl6pPr marL="0" indent="0">
              <a:spcBef>
                <a:spcPts val="0"/>
              </a:spcBef>
              <a:buFontTx/>
              <a:buNone/>
              <a:defRPr sz="1200" b="1"/>
            </a:lvl6pPr>
            <a:lvl7pPr marL="0" indent="0">
              <a:spcBef>
                <a:spcPts val="0"/>
              </a:spcBef>
              <a:buFontTx/>
              <a:buNone/>
              <a:defRPr sz="1200" b="1"/>
            </a:lvl7pPr>
            <a:lvl8pPr marL="0" indent="0">
              <a:spcBef>
                <a:spcPts val="0"/>
              </a:spcBef>
              <a:buFontTx/>
              <a:buNone/>
              <a:defRPr sz="1200" b="1"/>
            </a:lvl8pPr>
            <a:lvl9pPr marL="0" indent="0">
              <a:spcBef>
                <a:spcPts val="0"/>
              </a:spcBef>
              <a:buFontTx/>
              <a:buNone/>
              <a:defRPr sz="12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ABA13BFB-DABC-41BC-F712-51774CC8BA1C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6858001" y="2606040"/>
            <a:ext cx="1874519" cy="2023110"/>
          </a:xfrm>
          <a:prstGeom prst="rect">
            <a:avLst/>
          </a:prstGeo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6FA3AB29-95C5-BB81-8596-7248603E0DBA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3BA0343D-C8D8-43CE-BB79-50DEA219DB07}" type="datetime3">
              <a:rPr lang="en-US" smtClean="0"/>
              <a:t>16 June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F8249F74-522A-F15A-97B8-27047D5DEDAE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7213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1786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1930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1480" y="308611"/>
            <a:ext cx="6173470" cy="891778"/>
          </a:xfrm>
        </p:spPr>
        <p:txBody>
          <a:bodyPr anchor="t" anchorCtr="0"/>
          <a:lstStyle>
            <a:lvl1pPr>
              <a:lnSpc>
                <a:spcPct val="80000"/>
              </a:lnSpc>
              <a:defRPr sz="3000" spc="-75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62121C3-FD56-A9B2-1088-141E0BDB4C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611630"/>
            <a:ext cx="5096351" cy="301752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100"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DBADC8-E5B3-9DDB-F294-C14F7AA987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453BD212-0B9F-4987-965F-AC83B2FC354F}" type="datetime3">
              <a:rPr lang="en-US" smtClean="0"/>
              <a:t>16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DADDA-8448-690C-2CAB-FA7E28471B8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29767174-7781-C263-3756-CD54301026C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 i="0" u="none" strike="noStrike" cap="none" baseline="0" dirty="0">
                <a:solidFill>
                  <a:srgbClr val="2DAA27"/>
                </a:solidFill>
                <a:latin typeface="Arial"/>
                <a:ea typeface="Arial"/>
                <a:cs typeface="Arial Bold" panose="020B0704020202020204" pitchFamily="34" charset="0"/>
                <a:sym typeface="Arial"/>
              </a:rPr>
              <a:t>UNCLASSIFIED/GENERAL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6F2182-1ACE-5AD5-681B-31F3C218704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 baseline="0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UNCLASSIFIED/GENERAL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0C2669-2091-19FC-7FA5-E8DD4A44F8C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1988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">
            <a:extLst>
              <a:ext uri="{FF2B5EF4-FFF2-40B4-BE49-F238E27FC236}">
                <a16:creationId xmlns:a16="http://schemas.microsoft.com/office/drawing/2014/main" id="{D68235BF-5094-B6AD-6429-61352C54DE9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71450"/>
            <a:ext cx="9144000" cy="4800600"/>
          </a:xfrm>
          <a:prstGeom prst="rect">
            <a:avLst/>
          </a:prstGeom>
          <a:solidFill>
            <a:srgbClr val="56555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2"/>
          <p:cNvSpPr>
            <a:spLocks noGrp="1"/>
          </p:cNvSpPr>
          <p:nvPr>
            <p:ph type="title" hasCustomPrompt="1"/>
          </p:nvPr>
        </p:nvSpPr>
        <p:spPr>
          <a:xfrm>
            <a:off x="411480" y="308611"/>
            <a:ext cx="6173470" cy="891778"/>
          </a:xfrm>
        </p:spPr>
        <p:txBody>
          <a:bodyPr anchor="t" anchorCtr="0"/>
          <a:lstStyle>
            <a:lvl1pPr>
              <a:lnSpc>
                <a:spcPct val="80000"/>
              </a:lnSpc>
              <a:defRPr sz="3000" spc="-75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DC6E9F-9E2F-3968-F76A-CD8240DB9C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611630"/>
            <a:ext cx="5096351" cy="685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100"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EB74B-4EFA-464C-722C-FBCA5174031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0AF9C2-5E8A-4308-AE6B-CA9B65007D0E}" type="datetime3">
              <a:rPr lang="en-US" smtClean="0"/>
              <a:t>16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19503-16E7-50C5-8995-F8E0DCB6B62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E613F9-1842-268A-DF27-3F9D765027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9849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White 0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1480" y="308611"/>
            <a:ext cx="6173470" cy="891778"/>
          </a:xfrm>
        </p:spPr>
        <p:txBody>
          <a:bodyPr anchor="t" anchorCtr="0"/>
          <a:lstStyle>
            <a:lvl1pPr>
              <a:lnSpc>
                <a:spcPct val="80000"/>
              </a:lnSpc>
              <a:defRPr sz="3000" spc="-75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611630"/>
            <a:ext cx="5096351" cy="301752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100"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CC6170-ECB5-A830-2874-091E3641013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F31E861-D2AF-431D-860B-DCF67C218052}" type="datetime3">
              <a:rPr lang="en-US" smtClean="0"/>
              <a:t>16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1CE1D-5DB3-7DB4-A801-B688218E7EC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6064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White 0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1481" y="308610"/>
            <a:ext cx="4023995" cy="685800"/>
          </a:xfrm>
        </p:spPr>
        <p:txBody>
          <a:bodyPr anchor="t" anchorCtr="0"/>
          <a:lstStyle>
            <a:lvl1pPr>
              <a:lnSpc>
                <a:spcPct val="90000"/>
              </a:lnSpc>
              <a:defRPr sz="1800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200150"/>
            <a:ext cx="5096351" cy="34290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2700"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[Long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A978CF-9C5E-3CFC-1FBF-80FF0C14A03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D1DA25B2-AAF1-4C1F-AA38-12D5BFA7D4C8}" type="datetime3">
              <a:rPr lang="en-US" smtClean="0"/>
              <a:t>16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96E61-43C3-4A10-6216-8AA17EF97B8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4241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- Half Imag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1481" y="308611"/>
            <a:ext cx="4023995" cy="891778"/>
          </a:xfrm>
        </p:spPr>
        <p:txBody>
          <a:bodyPr anchor="t" anchorCtr="0"/>
          <a:lstStyle>
            <a:lvl1pPr>
              <a:lnSpc>
                <a:spcPct val="80000"/>
              </a:lnSpc>
              <a:defRPr sz="3000" spc="-75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611630"/>
            <a:ext cx="4023994" cy="301752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FontTx/>
              <a:buNone/>
              <a:defRPr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98909E-3F3B-28FF-B01F-B77401FC0BC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25C0F39-45D0-48E9-90B3-7FE8FCE561C8}" type="datetime3">
              <a:rPr lang="en-US" smtClean="0"/>
              <a:t>16 June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4506F2-72D4-8024-72B5-E5E4464D05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6FB94CE1-6713-07D6-4B5A-4A8C98A372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08528" y="807244"/>
            <a:ext cx="4024311" cy="3821906"/>
          </a:xfrm>
          <a:prstGeom prst="rect">
            <a:avLst/>
          </a:prstGeo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Rectangle 15">
            <a:extLst>
              <a:ext uri="{FF2B5EF4-FFF2-40B4-BE49-F238E27FC236}">
                <a16:creationId xmlns:a16="http://schemas.microsoft.com/office/drawing/2014/main" id="{F827E20F-449C-FD35-0420-0D0665538D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78D2D4-DCB9-0AD3-0C18-6C6757224CC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0600B0-1249-F5D8-D1B7-CC4F0AD64E0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0217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Half Imag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1481" y="308611"/>
            <a:ext cx="4023995" cy="891778"/>
          </a:xfrm>
        </p:spPr>
        <p:txBody>
          <a:bodyPr anchor="t" anchorCtr="0"/>
          <a:lstStyle>
            <a:lvl1pPr>
              <a:lnSpc>
                <a:spcPct val="80000"/>
              </a:lnSpc>
              <a:defRPr sz="3000" spc="-75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611630"/>
            <a:ext cx="4023994" cy="301752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FontTx/>
              <a:buNone/>
              <a:defRPr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99F1DF14-7FE6-F760-F31F-7EF2AD60D9C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08528" y="807244"/>
            <a:ext cx="4024311" cy="3821906"/>
          </a:xfrm>
          <a:prstGeom prst="rect">
            <a:avLst/>
          </a:prstGeo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223B66-3A13-0C9F-B944-AC25D742AF9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BAF1A3D-92FA-4F24-9781-74AFA516A230}" type="datetime3">
              <a:rPr lang="en-US" smtClean="0"/>
              <a:t>16 June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544B9-C835-CF1D-D28F-2122F27895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1612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9C0D1-24E4-F8B5-5008-90B631F44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9C672-856D-4617-A693-8FE15749A9B7}" type="datetime3">
              <a:rPr lang="en-US" smtClean="0"/>
              <a:t>16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D0708B-B177-BDB5-031F-585D18C07E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263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32747-3E71-8E75-327E-02C587769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C764D-A39E-4C03-B161-E0BC66E8883B}" type="datetime3">
              <a:rPr lang="en-US" smtClean="0"/>
              <a:t>16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282339-D15E-F6F1-894B-9E00561215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5">
            <a:extLst>
              <a:ext uri="{FF2B5EF4-FFF2-40B4-BE49-F238E27FC236}">
                <a16:creationId xmlns:a16="http://schemas.microsoft.com/office/drawing/2014/main" id="{833783EA-3887-4D75-CFC6-A032432DD7A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 i="0" u="none" strike="noStrike" cap="none" baseline="0" dirty="0">
                <a:solidFill>
                  <a:srgbClr val="2DAA27"/>
                </a:solidFill>
                <a:latin typeface="Arial"/>
                <a:ea typeface="Arial"/>
                <a:cs typeface="Arial Bold" panose="020B0704020202020204" pitchFamily="34" charset="0"/>
                <a:sym typeface="Arial"/>
              </a:rPr>
              <a:t>UNCLASSIFIED/GENERAL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42907C-64C3-CBB8-169A-BB3EFFC55BC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 i="0" u="none" strike="noStrike" cap="none" baseline="0" dirty="0">
                <a:solidFill>
                  <a:srgbClr val="2DAA27"/>
                </a:solidFill>
                <a:latin typeface="Arial"/>
                <a:ea typeface="Arial"/>
                <a:cs typeface="Arial Bold" panose="020B0704020202020204" pitchFamily="34" charset="0"/>
                <a:sym typeface="Arial"/>
              </a:rPr>
              <a:t>UNCLASSIFIED/GENERAL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4B3BC7-1721-F04F-32EA-9BA47104C8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0605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63EDA0-A0A8-B169-0C67-503B7AD62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E33F9-20B7-4995-BE7D-165DBB597850}" type="datetime3">
              <a:rPr lang="en-US" smtClean="0"/>
              <a:t>16 June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91F9A-E3C3-E735-5763-0009601454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4821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D7CC9F-EDC9-A6F7-DA66-4A306089A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1C263-3501-4369-A962-62B6BF915CDE}" type="datetime3">
              <a:rPr lang="en-US" smtClean="0"/>
              <a:t>16 June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9D9C3A-06B5-D7B7-AE0A-005090EAD7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5">
            <a:extLst>
              <a:ext uri="{FF2B5EF4-FFF2-40B4-BE49-F238E27FC236}">
                <a16:creationId xmlns:a16="http://schemas.microsoft.com/office/drawing/2014/main" id="{B76758EE-15B3-7721-5E75-E147C887068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C5DC3A-1F9F-1C52-8FA1-007E776E4AA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D1ED16-EB0F-ACBF-80D9-A9A76A8D75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3331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">
            <a:extLst>
              <a:ext uri="{FF2B5EF4-FFF2-40B4-BE49-F238E27FC236}">
                <a16:creationId xmlns:a16="http://schemas.microsoft.com/office/drawing/2014/main" id="{9FBB499C-D22E-E02E-342C-293D573F4036}"/>
              </a:ext>
            </a:extLst>
          </p:cNvPr>
          <p:cNvSpPr txBox="1"/>
          <p:nvPr userDrawn="1"/>
        </p:nvSpPr>
        <p:spPr>
          <a:xfrm>
            <a:off x="411162" y="1611630"/>
            <a:ext cx="8321040" cy="10287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9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cap="all" baseline="0">
                <a:solidFill>
                  <a:srgbClr val="FFCC01"/>
                </a:solidFill>
              </a:rPr>
              <a:t>THANK YOU.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900DDD06-33DA-C48B-4271-22D241C5EC7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1164" y="3614561"/>
            <a:ext cx="4024312" cy="1028699"/>
          </a:xfrm>
          <a:prstGeom prst="rect">
            <a:avLst/>
          </a:prstGeom>
        </p:spPr>
        <p:txBody>
          <a:bodyPr anchor="b" anchorCtr="0"/>
          <a:lstStyle>
            <a:lvl1pPr marL="0" indent="0">
              <a:spcBef>
                <a:spcPts val="0"/>
              </a:spcBef>
              <a:buFontTx/>
              <a:buNone/>
              <a:defRPr sz="900"/>
            </a:lvl1pPr>
            <a:lvl2pPr marL="0" indent="0">
              <a:spcBef>
                <a:spcPts val="0"/>
              </a:spcBef>
              <a:buFontTx/>
              <a:buNone/>
              <a:defRPr sz="900"/>
            </a:lvl2pPr>
            <a:lvl3pPr marL="0" indent="0">
              <a:spcBef>
                <a:spcPts val="0"/>
              </a:spcBef>
              <a:buFontTx/>
              <a:buNone/>
              <a:defRPr sz="900"/>
            </a:lvl3pPr>
            <a:lvl4pPr marL="0" indent="0">
              <a:spcBef>
                <a:spcPts val="0"/>
              </a:spcBef>
              <a:buFontTx/>
              <a:buNone/>
              <a:defRPr sz="900"/>
            </a:lvl4pPr>
            <a:lvl5pPr marL="0" indent="0">
              <a:spcBef>
                <a:spcPts val="0"/>
              </a:spcBef>
              <a:buFontTx/>
              <a:buNone/>
              <a:defRPr sz="900"/>
            </a:lvl5pPr>
            <a:lvl6pPr marL="0" indent="0">
              <a:spcBef>
                <a:spcPts val="0"/>
              </a:spcBef>
              <a:buFontTx/>
              <a:buNone/>
              <a:defRPr sz="900"/>
            </a:lvl6pPr>
            <a:lvl7pPr marL="0" indent="0">
              <a:spcBef>
                <a:spcPts val="0"/>
              </a:spcBef>
              <a:buFontTx/>
              <a:buNone/>
              <a:defRPr sz="900"/>
            </a:lvl7pPr>
            <a:lvl8pPr marL="0" indent="0">
              <a:spcBef>
                <a:spcPts val="0"/>
              </a:spcBef>
              <a:buFontTx/>
              <a:buNone/>
              <a:defRPr sz="900"/>
            </a:lvl8pPr>
            <a:lvl9pPr marL="0" indent="0">
              <a:spcBef>
                <a:spcPts val="0"/>
              </a:spcBef>
              <a:buFontTx/>
              <a:buNone/>
              <a:defRPr sz="900"/>
            </a:lvl9pPr>
          </a:lstStyle>
          <a:p>
            <a:pPr lvl="0"/>
            <a:r>
              <a:rPr lang="en-US"/>
              <a:t>[Optional contact information]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632A57-06FC-652E-6EE4-1F70D322E5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06F3EBE-B2E8-4992-9F00-9E4B44F057C0}" type="datetime3">
              <a:rPr lang="en-US" smtClean="0"/>
              <a:t>16 June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1E829-FABB-578E-0154-2C87BBF4E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490B06-8AF4-4B9B-7F1E-C2E93EEF2F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8302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U.S. Army" descr="U.S. Army">
            <a:extLst>
              <a:ext uri="{FF2B5EF4-FFF2-40B4-BE49-F238E27FC236}">
                <a16:creationId xmlns:a16="http://schemas.microsoft.com/office/drawing/2014/main" id="{0B06A788-76BC-690C-D43E-FC2BDE0FB2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2120265" y="1645920"/>
            <a:ext cx="4903470" cy="1851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0332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1_Title Slid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988109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1_Title Onl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2440693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lay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body" idx="1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  <a:defRPr/>
            </a:lvl1pPr>
            <a:lvl2pPr marL="914400" lvl="1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2pPr>
            <a:lvl3pPr marL="1371600" lvl="2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3pPr>
            <a:lvl4pPr marL="1828800" lvl="3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4pPr>
            <a:lvl5pPr marL="2286000" lvl="4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5pPr>
            <a:lvl6pPr marL="2743200" lvl="5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6pPr>
            <a:lvl7pPr marL="3200400" lvl="6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7pPr>
            <a:lvl8pPr marL="3657600" lvl="7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8pPr>
            <a:lvl9pPr marL="4114800" lvl="8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body" idx="2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  <a:defRPr/>
            </a:lvl1pPr>
            <a:lvl2pPr marL="914400" lvl="1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2pPr>
            <a:lvl3pPr marL="1371600" lvl="2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3pPr>
            <a:lvl4pPr marL="1828800" lvl="3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4pPr>
            <a:lvl5pPr marL="2286000" lvl="4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5pPr>
            <a:lvl6pPr marL="2743200" lvl="5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6pPr>
            <a:lvl7pPr marL="3200400" lvl="6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7pPr>
            <a:lvl8pPr marL="3657600" lvl="7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8pPr>
            <a:lvl9pPr marL="4114800" lvl="8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9131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image" Target="../media/image1.png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170940C-8B04-CB4D-1B44-6768963C04C7}"/>
              </a:ext>
            </a:extLst>
          </p:cNvPr>
          <p:cNvPicPr>
            <a:picLocks noChangeAspect="1"/>
          </p:cNvPicPr>
          <p:nvPr userDrawn="1"/>
        </p:nvPicPr>
        <p:blipFill>
          <a:blip r:embed="rId35"/>
          <a:srcRect l="26274" t="67"/>
          <a:stretch>
            <a:fillRect/>
          </a:stretch>
        </p:blipFill>
        <p:spPr>
          <a:xfrm>
            <a:off x="7821386" y="308611"/>
            <a:ext cx="911133" cy="35827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[Slide title]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1479" y="1200149"/>
            <a:ext cx="8321040" cy="3429000"/>
          </a:xfrm>
          <a:prstGeom prst="rect">
            <a:avLst/>
          </a:prstGeom>
        </p:spPr>
        <p:txBody>
          <a:bodyPr vert="horz" lIns="0" tIns="0" rIns="0" bIns="0" spcCol="36576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A505B177-5D6D-67A3-C213-FBD8A41DB44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B11D7F-02E5-4718-D558-9A38AEFE4A3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598B6A5-7EA2-1E58-A263-9A08F2A4D5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10766" y="4972050"/>
            <a:ext cx="617934" cy="17145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l">
              <a:defRPr sz="525" b="1">
                <a:solidFill>
                  <a:schemeClr val="tx1"/>
                </a:solidFill>
              </a:defRPr>
            </a:lvl1pPr>
          </a:lstStyle>
          <a:p>
            <a:fld id="{CABCB1B0-B6E5-4DD1-BB55-95C076D6C0C8}" type="datetime3">
              <a:rPr lang="en-US" smtClean="0"/>
              <a:t>16 June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FA4C418-D296-ED76-977B-4AA2E1E823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525" b="1">
                <a:solidFill>
                  <a:schemeClr val="tx1"/>
                </a:solidFill>
              </a:defRPr>
            </a:lvl1pPr>
          </a:lstStyle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 descr="A picture containing icon&#10;&#10;AI-generated content may be incorrect.">
            <a:extLst>
              <a:ext uri="{FF2B5EF4-FFF2-40B4-BE49-F238E27FC236}">
                <a16:creationId xmlns:a16="http://schemas.microsoft.com/office/drawing/2014/main" id="{84A6E5DC-D173-77B5-CFA6-9D4A8EBB00CD}"/>
              </a:ext>
            </a:extLst>
          </p:cNvPr>
          <p:cNvPicPr>
            <a:picLocks noChangeAspect="1"/>
          </p:cNvPicPr>
          <p:nvPr userDrawn="1"/>
        </p:nvPicPr>
        <p:blipFill>
          <a:blip r:embed="rId36"/>
          <a:stretch>
            <a:fillRect/>
          </a:stretch>
        </p:blipFill>
        <p:spPr>
          <a:xfrm>
            <a:off x="7444515" y="318065"/>
            <a:ext cx="376871" cy="358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2366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87" r:id="rId14"/>
    <p:sldLayoutId id="2147483688" r:id="rId15"/>
    <p:sldLayoutId id="2147483689" r:id="rId16"/>
    <p:sldLayoutId id="2147483690" r:id="rId17"/>
    <p:sldLayoutId id="2147483691" r:id="rId18"/>
    <p:sldLayoutId id="2147483692" r:id="rId19"/>
    <p:sldLayoutId id="2147483693" r:id="rId20"/>
    <p:sldLayoutId id="2147483694" r:id="rId21"/>
    <p:sldLayoutId id="2147483695" r:id="rId22"/>
    <p:sldLayoutId id="2147483696" r:id="rId23"/>
    <p:sldLayoutId id="2147483697" r:id="rId24"/>
    <p:sldLayoutId id="2147483698" r:id="rId25"/>
    <p:sldLayoutId id="2147483699" r:id="rId26"/>
    <p:sldLayoutId id="2147483700" r:id="rId27"/>
    <p:sldLayoutId id="2147483701" r:id="rId28"/>
    <p:sldLayoutId id="2147483702" r:id="rId29"/>
    <p:sldLayoutId id="2147483703" r:id="rId30"/>
    <p:sldLayoutId id="2147483704" r:id="rId31"/>
    <p:sldLayoutId id="2147483705" r:id="rId32"/>
    <p:sldLayoutId id="2147483706" r:id="rId33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7160" indent="-137160" algn="l" defTabSz="685800" rtl="0" eaLnBrk="1" latinLnBrk="0" hangingPunct="1">
        <a:lnSpc>
          <a:spcPct val="95000"/>
        </a:lnSpc>
        <a:spcBef>
          <a:spcPts val="750"/>
        </a:spcBef>
        <a:buFont typeface="Arial" panose="020B0604020202020204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1148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4864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4pPr>
      <a:lvl5pPr marL="68580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5pPr>
      <a:lvl6pPr marL="82296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6pPr>
      <a:lvl7pPr marL="96012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7pPr>
      <a:lvl8pPr marL="109728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8pPr>
      <a:lvl9pPr marL="123444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">
          <p15:clr>
            <a:srgbClr val="F26B43"/>
          </p15:clr>
        </p15:guide>
        <p15:guide id="2" pos="345">
          <p15:clr>
            <a:srgbClr val="F26B43"/>
          </p15:clr>
        </p15:guide>
        <p15:guide id="3" pos="7335">
          <p15:clr>
            <a:srgbClr val="F26B43"/>
          </p15:clr>
        </p15:guide>
        <p15:guide id="4" orient="horz" pos="4061">
          <p15:clr>
            <a:srgbClr val="F26B43"/>
          </p15:clr>
        </p15:guide>
        <p15:guide id="6" pos="1018">
          <p15:clr>
            <a:srgbClr val="A4A3A4"/>
          </p15:clr>
        </p15:guide>
        <p15:guide id="7" pos="1248">
          <p15:clr>
            <a:srgbClr val="A4A3A4"/>
          </p15:clr>
        </p15:guide>
        <p15:guide id="8" pos="2148">
          <p15:clr>
            <a:srgbClr val="A4A3A4"/>
          </p15:clr>
        </p15:guide>
        <p15:guide id="9" pos="3052">
          <p15:clr>
            <a:srgbClr val="A4A3A4"/>
          </p15:clr>
        </p15:guide>
        <p15:guide id="10" pos="3954">
          <p15:clr>
            <a:srgbClr val="A4A3A4"/>
          </p15:clr>
        </p15:guide>
        <p15:guide id="11" pos="3724">
          <p15:clr>
            <a:srgbClr val="A4A3A4"/>
          </p15:clr>
        </p15:guide>
        <p15:guide id="12" pos="4858">
          <p15:clr>
            <a:srgbClr val="A4A3A4"/>
          </p15:clr>
        </p15:guide>
        <p15:guide id="13" pos="5784">
          <p15:clr>
            <a:srgbClr val="A4A3A4"/>
          </p15:clr>
        </p15:guide>
        <p15:guide id="14" pos="6660">
          <p15:clr>
            <a:srgbClr val="A4A3A4"/>
          </p15:clr>
        </p15:guide>
        <p15:guide id="15" pos="1920">
          <p15:clr>
            <a:srgbClr val="A4A3A4"/>
          </p15:clr>
        </p15:guide>
        <p15:guide id="16" pos="2822">
          <p15:clr>
            <a:srgbClr val="A4A3A4"/>
          </p15:clr>
        </p15:guide>
        <p15:guide id="17" pos="4626">
          <p15:clr>
            <a:srgbClr val="A4A3A4"/>
          </p15:clr>
        </p15:guide>
        <p15:guide id="18" pos="5530">
          <p15:clr>
            <a:srgbClr val="A4A3A4"/>
          </p15:clr>
        </p15:guide>
        <p15:guide id="19" pos="6434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18BF6-7256-D98B-7740-649A92525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DD5E67-FC4D-161B-B022-1B8B9941A996}"/>
              </a:ext>
            </a:extLst>
          </p:cNvPr>
          <p:cNvSpPr>
            <a:spLocks noGrp="1"/>
          </p:cNvSpPr>
          <p:nvPr>
            <p:ph type="dt" sz="half" idx="49"/>
          </p:nvPr>
        </p:nvSpPr>
        <p:spPr>
          <a:xfrm>
            <a:off x="410766" y="4972050"/>
            <a:ext cx="617934" cy="17145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E833E-D031-89D4-CFDE-3B077A1FA52F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>
          <a:xfrm>
            <a:off x="8408037" y="4972050"/>
            <a:ext cx="331501" cy="171450"/>
          </a:xfrm>
        </p:spPr>
        <p:txBody>
          <a:bodyPr/>
          <a:lstStyle/>
          <a:p>
            <a:pPr lvl="0"/>
            <a:fld id="{00000000-1234-1234-1234-123412341234}" type="slidenum">
              <a:rPr lang="en" smtClean="0"/>
              <a:pPr lvl="0"/>
              <a:t>1</a:t>
            </a:fld>
            <a:endParaRPr lang="en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A4DC84C6-922D-BCD5-4D80-22CE18AC236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3ECA9802-9526-6047-E0A5-41674D69689C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C69C1CB3-F740-9472-408E-FD84B97E34F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34C5CBE8-F17A-D9A8-AB16-66AFCCE497F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79D7A4E7-BAFD-762A-0E63-4AF1CC2956C1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B35FE14A-A815-D8EF-8489-B1F143A62CD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43EEE1A-DCDD-F396-6706-9734DF7B5E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BF6CCFC-7DFD-1B10-C8B8-26BFEA5077F5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B835129B-00FD-424E-E61B-F9AA01CCA6FA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03A4F49-DA9D-48F0-E806-6737673914F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6FB89A0-87A1-ECCF-3E5D-24779C2B37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652115"/>
            <a:ext cx="4822031" cy="994410"/>
          </a:xfrm>
        </p:spPr>
        <p:txBody>
          <a:bodyPr/>
          <a:lstStyle/>
          <a:p>
            <a:r>
              <a:rPr lang="en-US" dirty="0"/>
              <a:t>Testing</a:t>
            </a:r>
          </a:p>
        </p:txBody>
      </p:sp>
      <p:sp>
        <p:nvSpPr>
          <p:cNvPr id="20" name="Subtitle 19">
            <a:extLst>
              <a:ext uri="{FF2B5EF4-FFF2-40B4-BE49-F238E27FC236}">
                <a16:creationId xmlns:a16="http://schemas.microsoft.com/office/drawing/2014/main" id="{D9642238-1C9A-5953-F216-1C626B9BAF8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FD4AB0C5-5108-4D9D-92D1-D30261CE7F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7344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F7FE559F-A69D-96FE-0A04-8C56F7122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Objectives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6A4A98C9-C1DD-89E2-DDF3-993183F4A4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Discuss the importance of a complete test suite</a:t>
            </a:r>
          </a:p>
          <a:p>
            <a:r>
              <a:rPr lang="en-US" sz="2000" dirty="0"/>
              <a:t>Define the differences between unit, integration, and end-to-end testing</a:t>
            </a:r>
          </a:p>
          <a:p>
            <a:r>
              <a:rPr lang="en-US" sz="2000" dirty="0"/>
              <a:t>Create unit tests to achieve a specified code coverage level</a:t>
            </a:r>
          </a:p>
          <a:p>
            <a:r>
              <a:rPr lang="en-US" sz="2000" dirty="0"/>
              <a:t>Utilize fixtures and mocks to implement unit tests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0CC1BA-8184-F399-52E1-DF0559D20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656AB-D2E1-472E-8B95-0DF5C6E1D623}" type="datetime3">
              <a:rPr lang="en-US" smtClean="0"/>
              <a:t>16 June 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3816D77-84D3-8FA3-891B-71DA76C5AC4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244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7F92D-E4C3-FA11-7EC2-01846332C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Test?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1EB188-7270-1524-3E8B-318661C1BA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Why is testing important?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9DE6ED-64A6-5458-DB9D-0F6C8FF5F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16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A1EC50-0401-63AD-7ED6-A349F8DC8BC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4691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8F05B-CD75-98E1-A2FA-575C547E9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Driven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911CD7-A0B0-4C95-2BF1-0C5D7C991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Different mindset of software development</a:t>
            </a:r>
          </a:p>
          <a:p>
            <a:r>
              <a:rPr lang="en-US" sz="2000" dirty="0"/>
              <a:t>Requirements </a:t>
            </a:r>
            <a:r>
              <a:rPr lang="en-US" sz="2000" dirty="0">
                <a:sym typeface="Wingdings" panose="05000000000000000000" pitchFamily="2" charset="2"/>
              </a:rPr>
              <a:t> tests  code</a:t>
            </a:r>
          </a:p>
          <a:p>
            <a:endParaRPr lang="en-US" sz="2000" dirty="0"/>
          </a:p>
          <a:p>
            <a:r>
              <a:rPr lang="en-US" sz="2000" dirty="0"/>
              <a:t>Typically done in red-green-refactor phases</a:t>
            </a:r>
          </a:p>
          <a:p>
            <a:pPr lvl="1"/>
            <a:r>
              <a:rPr lang="en-US" sz="2000" dirty="0"/>
              <a:t>Write a failing test</a:t>
            </a:r>
          </a:p>
          <a:p>
            <a:pPr lvl="1"/>
            <a:r>
              <a:rPr lang="en-US" sz="2000" dirty="0"/>
              <a:t>Write code until the test passes</a:t>
            </a:r>
          </a:p>
          <a:p>
            <a:pPr lvl="1"/>
            <a:r>
              <a:rPr lang="en-US" sz="2000" dirty="0"/>
              <a:t>Refactor the code to cleanup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5FCA61-666D-3AD7-C994-D81AABA40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16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AC2A-742E-2C9D-35B8-27BA587AD9E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1026" name="Picture 2" descr="SAP ABAP Central: Embracing ABAP TDD as a standard development practice">
            <a:extLst>
              <a:ext uri="{FF2B5EF4-FFF2-40B4-BE49-F238E27FC236}">
                <a16:creationId xmlns:a16="http://schemas.microsoft.com/office/drawing/2014/main" id="{2CACE41C-B794-80D5-6A13-59ECBB555E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0237" y="1106724"/>
            <a:ext cx="3575033" cy="3190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31251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B33D3B0C-739C-850B-E8B0-88D0AE797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FAC32-266B-12C8-C1B8-88A1DCC5C7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1479" y="1200150"/>
            <a:ext cx="4023360" cy="3429000"/>
          </a:xfrm>
        </p:spPr>
        <p:txBody>
          <a:bodyPr/>
          <a:lstStyle/>
          <a:p>
            <a:r>
              <a:rPr lang="en-US" sz="2000" dirty="0"/>
              <a:t>Functional</a:t>
            </a:r>
          </a:p>
          <a:p>
            <a:pPr lvl="1"/>
            <a:r>
              <a:rPr lang="en-US" sz="2000" dirty="0"/>
              <a:t>Unit tests</a:t>
            </a:r>
          </a:p>
          <a:p>
            <a:pPr lvl="1"/>
            <a:r>
              <a:rPr lang="en-US" sz="2000" dirty="0"/>
              <a:t>Integration tests</a:t>
            </a:r>
          </a:p>
          <a:p>
            <a:pPr lvl="1"/>
            <a:r>
              <a:rPr lang="en-US" sz="2000" dirty="0"/>
              <a:t>End-to-end tests</a:t>
            </a:r>
          </a:p>
          <a:p>
            <a:pPr lvl="1"/>
            <a:r>
              <a:rPr lang="en-US" sz="2000" dirty="0"/>
              <a:t>Acceptance</a:t>
            </a:r>
          </a:p>
          <a:p>
            <a:endParaRPr lang="en-US" sz="200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C78E69E-B881-745F-F366-5FDC88F33E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09159" y="1200150"/>
            <a:ext cx="4023360" cy="3429000"/>
          </a:xfrm>
        </p:spPr>
        <p:txBody>
          <a:bodyPr/>
          <a:lstStyle/>
          <a:p>
            <a:r>
              <a:rPr lang="en-US" sz="2000" dirty="0"/>
              <a:t>Non-functional</a:t>
            </a:r>
          </a:p>
          <a:p>
            <a:pPr lvl="1"/>
            <a:r>
              <a:rPr lang="en-US" sz="2000" dirty="0"/>
              <a:t>Security</a:t>
            </a:r>
          </a:p>
          <a:p>
            <a:pPr lvl="1"/>
            <a:r>
              <a:rPr lang="en-US" sz="2000" dirty="0"/>
              <a:t>Performance</a:t>
            </a:r>
          </a:p>
          <a:p>
            <a:pPr lvl="1"/>
            <a:r>
              <a:rPr lang="en-US" sz="2000" dirty="0"/>
              <a:t>Usability</a:t>
            </a:r>
          </a:p>
          <a:p>
            <a:pPr lvl="1"/>
            <a:r>
              <a:rPr lang="en-US" sz="2000" dirty="0"/>
              <a:t>Compatibility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D8F94D-9A8F-273C-9ED2-DF7F0C2DC6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0766" y="4972050"/>
            <a:ext cx="617934" cy="171450"/>
          </a:xfrm>
        </p:spPr>
        <p:txBody>
          <a:bodyPr/>
          <a:lstStyle/>
          <a:p>
            <a:fld id="{AD622D1A-DF83-41A8-85FF-04D90BF831D3}" type="datetime3">
              <a:rPr lang="en-US" smtClean="0"/>
              <a:pPr/>
              <a:t>16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5F0DA4-BCF7-EF1E-9AA7-BAE9CA7D8D9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408037" y="4972050"/>
            <a:ext cx="331501" cy="171450"/>
          </a:xfrm>
        </p:spPr>
        <p:txBody>
          <a:bodyPr/>
          <a:lstStyle/>
          <a:p>
            <a:fld id="{64E5BE4B-2FBF-4174-9E62-85FAD1CB43A6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124742-28FC-35BF-F5BC-7DFC4FDD4445}"/>
              </a:ext>
            </a:extLst>
          </p:cNvPr>
          <p:cNvSpPr/>
          <p:nvPr/>
        </p:nvSpPr>
        <p:spPr>
          <a:xfrm>
            <a:off x="323193" y="1478943"/>
            <a:ext cx="2727435" cy="759760"/>
          </a:xfrm>
          <a:prstGeom prst="rect">
            <a:avLst/>
          </a:prstGeom>
          <a:noFill/>
          <a:ln w="38100">
            <a:solidFill>
              <a:srgbClr val="FF0000"/>
            </a:solidFill>
            <a:miter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3223158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3D95709F-23DC-CE6B-8806-0F735FC54F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Unit Tests</a:t>
            </a:r>
          </a:p>
        </p:txBody>
      </p:sp>
      <p:sp>
        <p:nvSpPr>
          <p:cNvPr id="20" name="Subtitle 19">
            <a:extLst>
              <a:ext uri="{FF2B5EF4-FFF2-40B4-BE49-F238E27FC236}">
                <a16:creationId xmlns:a16="http://schemas.microsoft.com/office/drawing/2014/main" id="{F397191A-FBCA-40CC-963B-8A860C4B70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B8DB2F-43A0-D1EE-D9B5-CDDC2B97D83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16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CDB3DA-67B5-771E-F568-EE6675ECE36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2851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DA5C1-36C5-E915-CBC5-7D7CD1A71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07C36C-120B-87F4-5D71-A794B5232B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Is your house stable if the lumber is rotted?</a:t>
            </a:r>
          </a:p>
          <a:p>
            <a:endParaRPr lang="en-US" dirty="0"/>
          </a:p>
          <a:p>
            <a:r>
              <a:rPr lang="en-US" dirty="0"/>
              <a:t>Smallest piece of testable code : unit</a:t>
            </a:r>
          </a:p>
          <a:p>
            <a:endParaRPr lang="en-US" dirty="0"/>
          </a:p>
          <a:p>
            <a:r>
              <a:rPr lang="en-US" dirty="0"/>
              <a:t>Benefits</a:t>
            </a:r>
          </a:p>
          <a:p>
            <a:pPr lvl="1"/>
            <a:r>
              <a:rPr lang="en-US" dirty="0"/>
              <a:t>Helps ensure correctness</a:t>
            </a:r>
          </a:p>
          <a:p>
            <a:pPr lvl="1"/>
            <a:r>
              <a:rPr lang="en-US" dirty="0"/>
              <a:t>Catch problems early</a:t>
            </a:r>
          </a:p>
          <a:p>
            <a:pPr lvl="1"/>
            <a:r>
              <a:rPr lang="en-US" dirty="0"/>
              <a:t>Fast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5BF75E-9FB6-943E-41DF-666C5C591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16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91C542-534E-2D44-400B-38F340C7F69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2050" name="Picture 2" descr="How Long Does It Take For Wood To Rot From Water? | Mr. Happy House">
            <a:extLst>
              <a:ext uri="{FF2B5EF4-FFF2-40B4-BE49-F238E27FC236}">
                <a16:creationId xmlns:a16="http://schemas.microsoft.com/office/drawing/2014/main" id="{7466663E-251C-47AF-5AFF-DEF9015F651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96" r="8171"/>
          <a:stretch>
            <a:fillRect/>
          </a:stretch>
        </p:blipFill>
        <p:spPr bwMode="auto">
          <a:xfrm>
            <a:off x="5066250" y="994411"/>
            <a:ext cx="3777832" cy="3491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69524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6B0CD-E74D-BE1E-414C-3CD3EF0BD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 Testing / </a:t>
            </a:r>
            <a:r>
              <a:rPr lang="en-US" dirty="0" err="1"/>
              <a:t>Reqts</a:t>
            </a:r>
            <a:r>
              <a:rPr lang="en-US" dirty="0"/>
              <a:t>. Framework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FDA605-4A2B-6CAF-CFDB-7A668CF842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Given – When – Then</a:t>
            </a:r>
          </a:p>
          <a:p>
            <a:pPr lvl="1"/>
            <a:r>
              <a:rPr lang="en-US" dirty="0"/>
              <a:t>Given:  The initial conditions / prerequisites</a:t>
            </a:r>
          </a:p>
          <a:p>
            <a:pPr lvl="1"/>
            <a:r>
              <a:rPr lang="en-US" dirty="0"/>
              <a:t>When:  The action or event to be verified</a:t>
            </a:r>
          </a:p>
          <a:p>
            <a:pPr lvl="1"/>
            <a:r>
              <a:rPr lang="en-US" dirty="0"/>
              <a:t>Then:  The outcomes of the action or event</a:t>
            </a:r>
          </a:p>
          <a:p>
            <a:pPr lvl="1"/>
            <a:endParaRPr lang="en-US" dirty="0"/>
          </a:p>
          <a:p>
            <a:r>
              <a:rPr lang="en-US" dirty="0"/>
              <a:t>Useful for formulating unit tests based on requirements</a:t>
            </a:r>
          </a:p>
          <a:p>
            <a:r>
              <a:rPr lang="en-US" dirty="0"/>
              <a:t>Used to communicate with non-technical stakeholders</a:t>
            </a:r>
          </a:p>
          <a:p>
            <a:endParaRPr lang="en-US" dirty="0"/>
          </a:p>
          <a:p>
            <a:r>
              <a:rPr lang="en-US" dirty="0"/>
              <a:t>Keep tests small!!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A84E67-D772-02EE-2CB1-D80A2922B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16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6A20B5-183D-3DB8-5673-BF11A0ADE8E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8776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B9D93-4180-EF54-50FF-00DB19422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ECD1D4-5C92-E15E-754F-BC4FD4C79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16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91E27D-B0B5-62F1-862A-86748246119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4098" name="Picture 2" descr="Agile Glossary: Agile acronyms and terms explained">
            <a:extLst>
              <a:ext uri="{FF2B5EF4-FFF2-40B4-BE49-F238E27FC236}">
                <a16:creationId xmlns:a16="http://schemas.microsoft.com/office/drawing/2014/main" id="{98A883D0-A54F-C3ED-9369-C3576E68970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764" y="170512"/>
            <a:ext cx="8321040" cy="480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99922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3C4A051-5CF9-F03C-F6A8-EEDF3A086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in Python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FE6471E-885A-C4EC-98B7-2EEF5A6263B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err="1"/>
              <a:t>Pytest</a:t>
            </a:r>
            <a:r>
              <a:rPr lang="en-US" dirty="0"/>
              <a:t> / </a:t>
            </a:r>
            <a:r>
              <a:rPr lang="en-US" dirty="0" err="1"/>
              <a:t>unittest</a:t>
            </a:r>
            <a:r>
              <a:rPr lang="en-US" dirty="0"/>
              <a:t> / </a:t>
            </a:r>
            <a:r>
              <a:rPr lang="en-US" dirty="0" err="1"/>
              <a:t>doctest</a:t>
            </a:r>
            <a:endParaRPr lang="en-US" dirty="0"/>
          </a:p>
          <a:p>
            <a:r>
              <a:rPr lang="en-US" dirty="0"/>
              <a:t>Each has their own pros/cons</a:t>
            </a:r>
          </a:p>
          <a:p>
            <a:r>
              <a:rPr lang="en-US" dirty="0"/>
              <a:t>Assert statement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7D1876-1A94-405C-2DB3-D9A7BF857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2283A2-D3FE-3766-A6CD-A4F0CC2B4BA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10</a:t>
            </a:fld>
            <a:endParaRPr lang="e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3C16F60-E62F-E722-A549-EB4588C17CB8}"/>
              </a:ext>
            </a:extLst>
          </p:cNvPr>
          <p:cNvSpPr txBox="1"/>
          <p:nvPr/>
        </p:nvSpPr>
        <p:spPr>
          <a:xfrm>
            <a:off x="4298950" y="827854"/>
            <a:ext cx="4572000" cy="29661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test_add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assert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==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assert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==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test_add_negative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assert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(-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-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== -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12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assert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(-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==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13835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93651-07F6-DB6F-A98E-EFB6F1D87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PyTest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72E27-18DF-F8AB-1548-D158CE0BBDD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A separate package / command</a:t>
            </a:r>
          </a:p>
          <a:p>
            <a:r>
              <a:rPr lang="en-US" dirty="0"/>
              <a:t>Generally auto-discovers tests</a:t>
            </a:r>
          </a:p>
          <a:p>
            <a:r>
              <a:rPr lang="en-US" dirty="0"/>
              <a:t>Can also give specific files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pip install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pytest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pip install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pytest-cov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8C1246-14A2-519B-9F55-69EC95F50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16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638D10-9EA1-24C6-4C63-94CE5D5CBBD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322EB9-9C92-8A02-6C6E-CF471D491576}"/>
              </a:ext>
            </a:extLst>
          </p:cNvPr>
          <p:cNvSpPr txBox="1"/>
          <p:nvPr/>
        </p:nvSpPr>
        <p:spPr>
          <a:xfrm>
            <a:off x="4298950" y="827854"/>
            <a:ext cx="4572000" cy="29661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test_add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assert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==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assert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==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test_add_negative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assert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(-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-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== -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12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assert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(-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==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ACC907C-09AF-C73A-EF05-EE3567B8A1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3" y="3627494"/>
            <a:ext cx="9144000" cy="1492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227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07264-3561-01DF-CFB2-F05689F72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Pytest</a:t>
            </a:r>
            <a:r>
              <a:rPr lang="en-US" dirty="0"/>
              <a:t>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ABB724-6DB6-4EF5-D90E-C137CF03711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Temperature conversion</a:t>
            </a:r>
          </a:p>
          <a:p>
            <a:r>
              <a:rPr lang="en-US" dirty="0"/>
              <a:t>Scenario 1</a:t>
            </a:r>
          </a:p>
          <a:p>
            <a:pPr lvl="1"/>
            <a:r>
              <a:rPr lang="en-US" dirty="0"/>
              <a:t>Given a temperature of 0C</a:t>
            </a:r>
          </a:p>
          <a:p>
            <a:pPr lvl="1"/>
            <a:r>
              <a:rPr lang="en-US" dirty="0"/>
              <a:t>When I convert to F</a:t>
            </a:r>
          </a:p>
          <a:p>
            <a:pPr lvl="1"/>
            <a:r>
              <a:rPr lang="en-US" dirty="0"/>
              <a:t>Then I should get 32F</a:t>
            </a:r>
          </a:p>
          <a:p>
            <a:r>
              <a:rPr lang="en-US" dirty="0"/>
              <a:t>Scenario 2</a:t>
            </a:r>
          </a:p>
          <a:p>
            <a:pPr lvl="1"/>
            <a:r>
              <a:rPr lang="en-US" dirty="0"/>
              <a:t>Given a temperature of 100C</a:t>
            </a:r>
          </a:p>
          <a:p>
            <a:pPr lvl="1"/>
            <a:r>
              <a:rPr lang="en-US" dirty="0"/>
              <a:t>When I convert to F</a:t>
            </a:r>
          </a:p>
          <a:p>
            <a:pPr lvl="1"/>
            <a:r>
              <a:rPr lang="en-US" dirty="0"/>
              <a:t>Then I should get 212F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CC7BCA-AE9D-B545-6AFE-970F098650B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Scenario 3</a:t>
            </a:r>
          </a:p>
          <a:p>
            <a:pPr lvl="1"/>
            <a:r>
              <a:rPr lang="en-US" dirty="0"/>
              <a:t>Given a temperature of -40C</a:t>
            </a:r>
          </a:p>
          <a:p>
            <a:pPr lvl="1"/>
            <a:r>
              <a:rPr lang="en-US" dirty="0"/>
              <a:t>When I convert to F</a:t>
            </a:r>
          </a:p>
          <a:p>
            <a:pPr lvl="1"/>
            <a:r>
              <a:rPr lang="en-US" dirty="0"/>
              <a:t>Then I should get -40F</a:t>
            </a:r>
          </a:p>
          <a:p>
            <a:r>
              <a:rPr lang="en-US" dirty="0"/>
              <a:t>Scenario 4</a:t>
            </a:r>
          </a:p>
          <a:p>
            <a:pPr lvl="1"/>
            <a:r>
              <a:rPr lang="en-US" dirty="0"/>
              <a:t>Given a temperature of -300C</a:t>
            </a:r>
          </a:p>
          <a:p>
            <a:pPr lvl="1"/>
            <a:r>
              <a:rPr lang="en-US" dirty="0"/>
              <a:t>When I convert to F</a:t>
            </a:r>
          </a:p>
          <a:p>
            <a:pPr lvl="1"/>
            <a:r>
              <a:rPr lang="en-US" dirty="0"/>
              <a:t>Then I should get an error!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D9210C-E383-2C70-69E9-8F3B29E30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16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1D9A9C-2C9B-C770-ED0C-27DDC13889E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234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9193DEF-0125-C556-C5DB-76B7643409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Hands-On #1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75AB1948-77A9-A7D2-7B16-3ED4D8D8174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4434AD-5E2E-0FAD-91BD-BC1E28DBCFA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16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10D50F-1517-9E8D-2D77-FBE74D19827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122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45B60-B1FC-1506-689D-7DD83D203EF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Other Testing Ideas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4F8CC1-46D5-FCBF-6034-9F91BA4A2E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933342-5FB8-2795-34ED-1344FFF14F6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CF829A-691A-9257-36A0-7F2B973054C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D8CD09-B708-C8FB-296A-F234E37A1C3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14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9736826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EF007-C706-BB88-CA9D-5A0EA65F4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Completeness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A2369A-5286-95C3-F1B1-37C71A7209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Control flow statements create branches</a:t>
            </a:r>
          </a:p>
          <a:p>
            <a:r>
              <a:rPr lang="en-US" dirty="0"/>
              <a:t>Are we covering every branch?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How much coverage is appropriate?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496368-EE73-EDD4-A570-E1B8AEC19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16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FEC8BB-A300-E137-E2BE-5D5200542B7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461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0A327-E0F2-27C7-00A9-4C62F0E32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Small Example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215EBD69-E5F4-0337-03B7-1432402A408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660949" y="994411"/>
            <a:ext cx="3627890" cy="2022629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D208E6-5131-B36E-0FBC-26BEEA0B8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16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26B6D3-6F8D-0CE5-ECBB-04D8DDF141B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AA7033-21A9-9E57-A2BD-B6A206D7AF02}"/>
              </a:ext>
            </a:extLst>
          </p:cNvPr>
          <p:cNvSpPr txBox="1"/>
          <p:nvPr/>
        </p:nvSpPr>
        <p:spPr>
          <a:xfrm>
            <a:off x="410766" y="1200150"/>
            <a:ext cx="4572000" cy="2068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absolute_value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-&gt;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test_absolute_value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assert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absolute_value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3051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0144F-FE59-741D-2921-2ACD8FAC2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Larger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330220-1517-79DB-8E21-5278B36E44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64724" y="1200150"/>
            <a:ext cx="4023360" cy="3429000"/>
          </a:xfrm>
        </p:spPr>
        <p:txBody>
          <a:bodyPr/>
          <a:lstStyle/>
          <a:p>
            <a:r>
              <a:rPr lang="en-US" dirty="0"/>
              <a:t>Inventory class</a:t>
            </a:r>
          </a:p>
          <a:p>
            <a:pPr marL="0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pytest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--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cov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=inventory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--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cov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-report=term-missing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--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cov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-report=html</a:t>
            </a:r>
          </a:p>
          <a:p>
            <a:endParaRPr lang="en-US" dirty="0"/>
          </a:p>
          <a:p>
            <a:r>
              <a:rPr lang="en-US" dirty="0"/>
              <a:t>What's hiding in this coverage?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2BF319-FBAB-5B5C-4508-1FF0F4B4E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16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D9745-8E55-185D-FB29-9D59A6D0913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F3E85E4D-C78A-18C2-27EF-CA428657E9B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4319735" y="1151232"/>
            <a:ext cx="4779110" cy="2996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643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E7449-8A14-8E4E-1773-68687CF07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EFD7A7-318A-9FEF-28C1-5F14AE540E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Fixtures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55FC9A-DC16-0D9D-1583-AC865242E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16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08E3C8-C147-89EA-F9F4-7977B79D869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4087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0BFE8-BEA7-3940-667B-3FF6A7BCD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Mocking </a:t>
            </a:r>
            <a:r>
              <a:rPr lang="en-US"/>
              <a:t>External References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FA01B0-9D70-8BBB-8D34-48A2E2EF37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 to mocks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FB9305-2CBA-FCFF-86FC-1A2D6F2DC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16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24ECD0-6721-C76E-C7B4-37CC4871FAD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3822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DADAD-76BA-9AB6-04D8-F96359438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36B38081-0A20-1671-69BB-F04D160E86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Integration Tests</a:t>
            </a:r>
          </a:p>
        </p:txBody>
      </p:sp>
      <p:sp>
        <p:nvSpPr>
          <p:cNvPr id="20" name="Subtitle 19">
            <a:extLst>
              <a:ext uri="{FF2B5EF4-FFF2-40B4-BE49-F238E27FC236}">
                <a16:creationId xmlns:a16="http://schemas.microsoft.com/office/drawing/2014/main" id="{3BA15F1A-B579-CF67-3060-C51EA22FB5C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C030FD-2B80-BD4D-BA09-0A7A49C2BA7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16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1F3622-C14B-8E9D-151C-66C2F0F036A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0139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14BFEEE-7A67-A4C6-34AC-EBA551105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56C219E-137A-78B0-B87B-03012C1007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Integration tests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2F2481-E1BF-0673-AADD-550026A89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2A292B-1E3A-EB90-3705-C1841930EC5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21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0857292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6">
            <a:extLst>
              <a:ext uri="{FF2B5EF4-FFF2-40B4-BE49-F238E27FC236}">
                <a16:creationId xmlns:a16="http://schemas.microsoft.com/office/drawing/2014/main" id="{BB461378-5E4E-EAA7-2DA6-FF06B0491E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010153"/>
            <a:ext cx="6858000" cy="1241822"/>
          </a:xfrm>
        </p:spPr>
        <p:txBody>
          <a:bodyPr>
            <a:normAutofit/>
          </a:bodyPr>
          <a:lstStyle/>
          <a:p>
            <a:r>
              <a:rPr lang="en-US" sz="4000" dirty="0"/>
              <a:t>Questions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EF127C-DDD5-C7BF-D5E8-90D39B1EDE6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16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82DB0D-94F5-49EC-EC7E-FF3574D6EE6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093329"/>
      </p:ext>
    </p:extLst>
  </p:cSld>
  <p:clrMapOvr>
    <a:masterClrMapping/>
  </p:clrMapOvr>
</p:sld>
</file>

<file path=ppt/theme/theme1.xml><?xml version="1.0" encoding="utf-8"?>
<a:theme xmlns:a="http://schemas.openxmlformats.org/drawingml/2006/main" name="US Army 2023 AFC DEVCOM Logo">
  <a:themeElements>
    <a:clrScheme name="US Army Color Palette">
      <a:dk1>
        <a:srgbClr val="000000"/>
      </a:dk1>
      <a:lt1>
        <a:srgbClr val="FFFFFF"/>
      </a:lt1>
      <a:dk2>
        <a:srgbClr val="221F20"/>
      </a:dk2>
      <a:lt2>
        <a:srgbClr val="FFCC01"/>
      </a:lt2>
      <a:accent1>
        <a:srgbClr val="221F20"/>
      </a:accent1>
      <a:accent2>
        <a:srgbClr val="FFCC01"/>
      </a:accent2>
      <a:accent3>
        <a:srgbClr val="727365"/>
      </a:accent3>
      <a:accent4>
        <a:srgbClr val="D5D5D7"/>
      </a:accent4>
      <a:accent5>
        <a:srgbClr val="565557"/>
      </a:accent5>
      <a:accent6>
        <a:srgbClr val="BFB8A6"/>
      </a:accent6>
      <a:hlink>
        <a:srgbClr val="565557"/>
      </a:hlink>
      <a:folHlink>
        <a:srgbClr val="305B6E"/>
      </a:folHlink>
    </a:clrScheme>
    <a:fontScheme name="US Army 2023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US Army 2023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  <a:miter/>
        </a:ln>
      </a:spPr>
      <a:bodyPr/>
      <a:lstStyle>
        <a:defPPr algn="ctr">
          <a:lnSpc>
            <a:spcPct val="95000"/>
          </a:lnSpc>
          <a:defRPr sz="1700"/>
        </a:defPPr>
      </a:lstStyle>
      <a:style>
        <a:lnRef idx="0">
          <a:schemeClr val="accent1"/>
        </a:lnRef>
        <a:fillRef idx="1">
          <a:schemeClr val="accent1"/>
        </a:fillRef>
        <a:effectRef idx="0">
          <a:srgbClr val="000000"/>
        </a:effectRef>
        <a:fontRef idx="minor">
          <a:srgbClr val="FFFFFF"/>
        </a:fontRef>
      </a:style>
    </a:spDef>
    <a:lnDef>
      <a:spPr>
        <a:ln w="12700" cap="flat">
          <a:miter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rgbClr val="000000"/>
        </a:effectRef>
        <a:fontRef idx="minor">
          <a:srgbClr val="FFFFFF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82880" indent="-182880">
          <a:lnSpc>
            <a:spcPct val="95000"/>
          </a:lnSpc>
          <a:spcBef>
            <a:spcPts val="1000"/>
          </a:spcBef>
          <a:buSzPct val="100000"/>
          <a:buFont typeface="Arial"/>
          <a:buChar char="▪"/>
          <a:defRPr sz="1700"/>
        </a:defPPr>
      </a:lstStyle>
    </a:txDef>
  </a:objectDefaults>
  <a:extraClrSchemeLst/>
  <a:custClrLst>
    <a:custClr name="Army Black">
      <a:srgbClr val="221F20"/>
    </a:custClr>
    <a:custClr name="Army Gold">
      <a:srgbClr val="FFCC01"/>
    </a:custClr>
    <a:custClr name="White">
      <a:srgbClr val="FFFFFF"/>
    </a:custClr>
    <a:custClr name="Army Green">
      <a:srgbClr val="2F372F"/>
    </a:custClr>
    <a:custClr name="Tan">
      <a:srgbClr val="F1E4C7"/>
    </a:custClr>
    <a:custClr name="Field 01">
      <a:srgbClr val="727365"/>
    </a:custClr>
    <a:custClr name="Field 02">
      <a:srgbClr val="BFB8A6"/>
    </a:custClr>
    <a:custClr name="Gray 01">
      <a:srgbClr val="565557"/>
    </a:custClr>
    <a:custClr name="Gray 02">
      <a:srgbClr val="D5D5D7"/>
    </a:custClr>
    <a:custClr name="Highlight Orange">
      <a:srgbClr val="F16521"/>
    </a:custClr>
    <a:custClr name="Highlight Green">
      <a:srgbClr val="2DAA27"/>
    </a:custClr>
    <a:custClr name="Highlight Red">
      <a:srgbClr val="CF0000"/>
    </a:custClr>
  </a:custClrLst>
  <a:extLst>
    <a:ext uri="{05A4C25C-085E-4340-85A3-A5531E510DB2}">
      <thm15:themeFamily xmlns:thm15="http://schemas.microsoft.com/office/thememl/2012/main" name="US Army PowerPoint 16x9 12Feb2023" id="{3EB2FCAD-453B-4F97-9379-31EB449BB4A1}" vid="{CCBAEC26-5D3F-44DD-9C13-DB69982D462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580</TotalTime>
  <Words>624</Words>
  <Application>Microsoft Office PowerPoint</Application>
  <PresentationFormat>On-screen Show (16:9)</PresentationFormat>
  <Paragraphs>170</Paragraphs>
  <Slides>22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Arial Bold</vt:lpstr>
      <vt:lpstr>Consolas</vt:lpstr>
      <vt:lpstr>Courier New</vt:lpstr>
      <vt:lpstr>Play</vt:lpstr>
      <vt:lpstr>Wingdings</vt:lpstr>
      <vt:lpstr>US Army 2023 AFC DEVCOM Logo</vt:lpstr>
      <vt:lpstr>Testing</vt:lpstr>
      <vt:lpstr>Lesson Objectives</vt:lpstr>
      <vt:lpstr>Why Test?</vt:lpstr>
      <vt:lpstr>Test Driven Development</vt:lpstr>
      <vt:lpstr>Testing Types</vt:lpstr>
      <vt:lpstr>Unit Tests</vt:lpstr>
      <vt:lpstr>Unit Testing</vt:lpstr>
      <vt:lpstr>Unit Testing / Reqts. Framework</vt:lpstr>
      <vt:lpstr>PowerPoint Presentation</vt:lpstr>
      <vt:lpstr>Testing in Python</vt:lpstr>
      <vt:lpstr>PyTest</vt:lpstr>
      <vt:lpstr>Pytest Example</vt:lpstr>
      <vt:lpstr>Hands-On #1</vt:lpstr>
      <vt:lpstr>Other Testing Ideas</vt:lpstr>
      <vt:lpstr>Completeness</vt:lpstr>
      <vt:lpstr>Small Example</vt:lpstr>
      <vt:lpstr>Larger Example</vt:lpstr>
      <vt:lpstr>DRY</vt:lpstr>
      <vt:lpstr>Mocking External References</vt:lpstr>
      <vt:lpstr>Integration Tests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Ethan Shafer</cp:lastModifiedBy>
  <cp:revision>225</cp:revision>
  <dcterms:modified xsi:type="dcterms:W3CDTF">2026-06-17T01:45:20Z</dcterms:modified>
</cp:coreProperties>
</file>