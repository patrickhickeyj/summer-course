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Mon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italic.fntdata"/><Relationship Id="rId10" Type="http://schemas.openxmlformats.org/officeDocument/2006/relationships/font" Target="fonts/RobotoMono-bold.fntdata"/><Relationship Id="rId12" Type="http://schemas.openxmlformats.org/officeDocument/2006/relationships/font" Target="fonts/RobotoMono-boldItalic.fntdata"/><Relationship Id="rId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3f5bff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3f5bff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3f5bffd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3f5bffd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Practice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9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Write a function that takes an integer </a:t>
            </a: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 and returns a list containing the first </a:t>
            </a: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 multiples of that number (starting from 1×n)</a:t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d</a:t>
            </a: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ef multiples(n: int) -&gt; list:</a:t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	…</a:t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Example input and output</a:t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m</a:t>
            </a: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ultiples(4) -&gt; [4, 8, 12, 16]</a:t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24">
                <a:solidFill>
                  <a:srgbClr val="3D3D3A"/>
                </a:solidFill>
                <a:highlight>
                  <a:srgbClr val="FFFFFF"/>
                </a:highlight>
              </a:rPr>
              <a:t>multiples(6) -&gt; [6, 12, 18, 24, 30, 36]</a:t>
            </a:r>
            <a:endParaRPr sz="2824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50">
              <a:solidFill>
                <a:srgbClr val="3D3D3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44375"/>
            <a:ext cx="8520600" cy="3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97">
                <a:solidFill>
                  <a:schemeClr val="dk1"/>
                </a:solidFill>
              </a:rPr>
              <a:t>Write a function that takes a messily formatted full name string and returns it properly cleaned up: trimmed of extra whitespace, with each word correctly capitalized, and with any extra internal spaces between words collapse</a:t>
            </a:r>
            <a:r>
              <a:rPr lang="en" sz="2940">
                <a:solidFill>
                  <a:schemeClr val="dk1"/>
                </a:solidFill>
              </a:rPr>
              <a:t>d to one.</a:t>
            </a:r>
            <a:endParaRPr sz="294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351">
                <a:solidFill>
                  <a:schemeClr val="dk1"/>
                </a:solidFill>
                <a:highlight>
                  <a:srgbClr val="FAF9F5"/>
                </a:highlight>
              </a:rPr>
              <a:t>def clean_name(name):</a:t>
            </a:r>
            <a:endParaRPr sz="2351">
              <a:solidFill>
                <a:schemeClr val="dk1"/>
              </a:solidFill>
              <a:highlight>
                <a:srgbClr val="FAF9F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51">
                <a:solidFill>
                  <a:schemeClr val="dk1"/>
                </a:solidFill>
                <a:highlight>
                  <a:srgbClr val="FAF9F5"/>
                </a:highlight>
              </a:rPr>
              <a:t>   …</a:t>
            </a:r>
            <a:endParaRPr sz="2351">
              <a:solidFill>
                <a:schemeClr val="dk1"/>
              </a:solidFill>
              <a:highlight>
                <a:srgbClr val="FAF9F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7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50691"/>
              <a:buFont typeface="Arial"/>
              <a:buNone/>
            </a:pPr>
            <a:r>
              <a:rPr lang="en" sz="2170">
                <a:solidFill>
                  <a:schemeClr val="dk1"/>
                </a:solidFill>
              </a:rPr>
              <a:t>Requirements</a:t>
            </a:r>
            <a:endParaRPr sz="217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2170">
                <a:solidFill>
                  <a:schemeClr val="dk1"/>
                </a:solidFill>
              </a:rPr>
              <a:t>Use .strip() to remove leading/trailing whitespace</a:t>
            </a:r>
            <a:endParaRPr sz="217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2170">
                <a:solidFill>
                  <a:schemeClr val="dk1"/>
                </a:solidFill>
              </a:rPr>
              <a:t>Use .split() to separate words (handles extra spaces)</a:t>
            </a:r>
            <a:endParaRPr sz="217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2170">
                <a:solidFill>
                  <a:schemeClr val="dk1"/>
                </a:solidFill>
              </a:rPr>
              <a:t>Use .title() or .capitalize() on each word</a:t>
            </a:r>
            <a:endParaRPr sz="217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2170">
                <a:solidFill>
                  <a:schemeClr val="dk1"/>
                </a:solidFill>
              </a:rPr>
              <a:t>Use .join() to reassemble the result</a:t>
            </a:r>
            <a:endParaRPr sz="21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